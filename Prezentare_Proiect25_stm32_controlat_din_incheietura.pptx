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4"/>
  </p:sldMasterIdLst>
  <p:sldIdLst>
    <p:sldId id="269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156DC-7C5F-8E2C-4A03-4E7807BC19DF}" v="2" dt="2026-05-20T18:58:26.242"/>
    <p1510:client id="{49697516-1080-6F8B-A157-C3013F3F3FA2}" v="1" dt="2026-05-20T18:57:19.149"/>
    <p1510:client id="{B4C36010-2396-371D-003A-FD88FC1DFF10}" v="1" dt="2026-05-20T18:58:58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-Constantin ZANFIRA (139837)" userId="S::dan.zanfira@stud.etti.upb.ro::2b2aff88-c92f-4250-920d-ebef9eca835d" providerId="AD" clId="Web-{B4C36010-2396-371D-003A-FD88FC1DFF10}"/>
    <pc:docChg chg="delSld">
      <pc:chgData name="Dan-Constantin ZANFIRA (139837)" userId="S::dan.zanfira@stud.etti.upb.ro::2b2aff88-c92f-4250-920d-ebef9eca835d" providerId="AD" clId="Web-{B4C36010-2396-371D-003A-FD88FC1DFF10}" dt="2026-05-20T18:58:58.020" v="0"/>
      <pc:docMkLst>
        <pc:docMk/>
      </pc:docMkLst>
      <pc:sldChg chg="del">
        <pc:chgData name="Dan-Constantin ZANFIRA (139837)" userId="S::dan.zanfira@stud.etti.upb.ro::2b2aff88-c92f-4250-920d-ebef9eca835d" providerId="AD" clId="Web-{B4C36010-2396-371D-003A-FD88FC1DFF10}" dt="2026-05-20T18:58:58.020" v="0"/>
        <pc:sldMkLst>
          <pc:docMk/>
          <pc:sldMk cId="613389087" sldId="271"/>
        </pc:sldMkLst>
      </pc:sldChg>
    </pc:docChg>
  </pc:docChgLst>
  <pc:docChgLst>
    <pc:chgData name="Dan-Constantin ZANFIRA (139837)" userId="S::dan.zanfira@stud.etti.upb.ro::2b2aff88-c92f-4250-920d-ebef9eca835d" providerId="AD" clId="Web-{1C7156DC-7C5F-8E2C-4A03-4E7807BC19DF}"/>
    <pc:docChg chg="addSld delSld">
      <pc:chgData name="Dan-Constantin ZANFIRA (139837)" userId="S::dan.zanfira@stud.etti.upb.ro::2b2aff88-c92f-4250-920d-ebef9eca835d" providerId="AD" clId="Web-{1C7156DC-7C5F-8E2C-4A03-4E7807BC19DF}" dt="2026-05-20T18:58:26.242" v="1"/>
      <pc:docMkLst>
        <pc:docMk/>
      </pc:docMkLst>
      <pc:sldChg chg="del">
        <pc:chgData name="Dan-Constantin ZANFIRA (139837)" userId="S::dan.zanfira@stud.etti.upb.ro::2b2aff88-c92f-4250-920d-ebef9eca835d" providerId="AD" clId="Web-{1C7156DC-7C5F-8E2C-4A03-4E7807BC19DF}" dt="2026-05-20T18:58:26.242" v="1"/>
        <pc:sldMkLst>
          <pc:docMk/>
          <pc:sldMk cId="3915505956" sldId="270"/>
        </pc:sldMkLst>
      </pc:sldChg>
      <pc:sldChg chg="new">
        <pc:chgData name="Dan-Constantin ZANFIRA (139837)" userId="S::dan.zanfira@stud.etti.upb.ro::2b2aff88-c92f-4250-920d-ebef9eca835d" providerId="AD" clId="Web-{1C7156DC-7C5F-8E2C-4A03-4E7807BC19DF}" dt="2026-05-20T18:58:22.101" v="0"/>
        <pc:sldMkLst>
          <pc:docMk/>
          <pc:sldMk cId="613389087" sldId="271"/>
        </pc:sldMkLst>
      </pc:sldChg>
    </pc:docChg>
  </pc:docChgLst>
  <pc:docChgLst>
    <pc:chgData name="Dan-Constantin ZANFIRA (139837)" userId="S::dan.zanfira@stud.etti.upb.ro::2b2aff88-c92f-4250-920d-ebef9eca835d" providerId="AD" clId="Web-{49697516-1080-6F8B-A157-C3013F3F3FA2}"/>
    <pc:docChg chg="addSld">
      <pc:chgData name="Dan-Constantin ZANFIRA (139837)" userId="S::dan.zanfira@stud.etti.upb.ro::2b2aff88-c92f-4250-920d-ebef9eca835d" providerId="AD" clId="Web-{49697516-1080-6F8B-A157-C3013F3F3FA2}" dt="2026-05-20T18:57:19.149" v="0"/>
      <pc:docMkLst>
        <pc:docMk/>
      </pc:docMkLst>
      <pc:sldChg chg="new">
        <pc:chgData name="Dan-Constantin ZANFIRA (139837)" userId="S::dan.zanfira@stud.etti.upb.ro::2b2aff88-c92f-4250-920d-ebef9eca835d" providerId="AD" clId="Web-{49697516-1080-6F8B-A157-C3013F3F3FA2}" dt="2026-05-20T18:57:19.149" v="0"/>
        <pc:sldMkLst>
          <pc:docMk/>
          <pc:sldMk cId="3915505956" sldId="27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9A187-8392-4B64-AEB0-AF65FC8FD6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8D12B1E-A55D-4B73-BCB3-B3179DE88A75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Achiziția</a:t>
          </a:r>
          <a:r>
            <a:rPr lang="en-US" dirty="0"/>
            <a:t> </a:t>
          </a:r>
          <a:r>
            <a:rPr lang="en-US" dirty="0" err="1"/>
            <a:t>datelor</a:t>
          </a:r>
          <a:r>
            <a:rPr lang="en-US" dirty="0"/>
            <a:t> de la MPU6050</a:t>
          </a:r>
        </a:p>
      </dgm:t>
    </dgm:pt>
    <dgm:pt modelId="{1C309069-FBAF-4BA8-9F9D-337CF5608475}" type="parTrans" cxnId="{E86004B1-2682-4CA0-AB07-A928556F736E}">
      <dgm:prSet/>
      <dgm:spPr/>
      <dgm:t>
        <a:bodyPr/>
        <a:lstStyle/>
        <a:p>
          <a:endParaRPr lang="en-US"/>
        </a:p>
      </dgm:t>
    </dgm:pt>
    <dgm:pt modelId="{BAF2981C-4C83-4E19-912E-DE42BFA4075E}" type="sibTrans" cxnId="{E86004B1-2682-4CA0-AB07-A928556F736E}">
      <dgm:prSet/>
      <dgm:spPr/>
      <dgm:t>
        <a:bodyPr/>
        <a:lstStyle/>
        <a:p>
          <a:endParaRPr lang="en-US"/>
        </a:p>
      </dgm:t>
    </dgm:pt>
    <dgm:pt modelId="{1F07D9AF-9DFC-420A-9A08-58560F56E62C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Transmiterea</a:t>
          </a:r>
          <a:r>
            <a:rPr lang="en-US" dirty="0"/>
            <a:t> wireless </a:t>
          </a:r>
          <a:r>
            <a:rPr lang="en-US" dirty="0" err="1"/>
            <a:t>prin</a:t>
          </a:r>
          <a:r>
            <a:rPr lang="en-US" dirty="0"/>
            <a:t> Bluetooth</a:t>
          </a:r>
        </a:p>
      </dgm:t>
    </dgm:pt>
    <dgm:pt modelId="{F85CFC11-E520-430C-9E79-86B37B1273BC}" type="parTrans" cxnId="{185DF292-CA1C-4E44-8145-40511B8D1F6F}">
      <dgm:prSet/>
      <dgm:spPr/>
      <dgm:t>
        <a:bodyPr/>
        <a:lstStyle/>
        <a:p>
          <a:endParaRPr lang="en-US"/>
        </a:p>
      </dgm:t>
    </dgm:pt>
    <dgm:pt modelId="{B43156AD-0ABC-40FF-82C5-EE12CE3ACD2D}" type="sibTrans" cxnId="{185DF292-CA1C-4E44-8145-40511B8D1F6F}">
      <dgm:prSet/>
      <dgm:spPr/>
      <dgm:t>
        <a:bodyPr/>
        <a:lstStyle/>
        <a:p>
          <a:endParaRPr lang="en-US"/>
        </a:p>
      </dgm:t>
    </dgm:pt>
    <dgm:pt modelId="{D24BB717-6C7E-49BA-A6C7-546E6A84B6D3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Controlul</a:t>
          </a:r>
          <a:r>
            <a:rPr lang="en-US" dirty="0"/>
            <a:t> </a:t>
          </a:r>
          <a:r>
            <a:rPr lang="en-US" dirty="0" err="1"/>
            <a:t>motorului</a:t>
          </a:r>
          <a:r>
            <a:rPr lang="en-US" dirty="0"/>
            <a:t> DC </a:t>
          </a:r>
          <a:r>
            <a:rPr lang="en-US" dirty="0" err="1"/>
            <a:t>prin</a:t>
          </a:r>
          <a:r>
            <a:rPr lang="en-US" dirty="0"/>
            <a:t> STM32</a:t>
          </a:r>
        </a:p>
      </dgm:t>
    </dgm:pt>
    <dgm:pt modelId="{8DA2AFE1-806D-4B8E-9E6A-C14552256693}" type="parTrans" cxnId="{7F704E7C-DA3C-42F2-88EE-CDD3C07E1B33}">
      <dgm:prSet/>
      <dgm:spPr/>
      <dgm:t>
        <a:bodyPr/>
        <a:lstStyle/>
        <a:p>
          <a:endParaRPr lang="en-US"/>
        </a:p>
      </dgm:t>
    </dgm:pt>
    <dgm:pt modelId="{B9A55870-56F6-4BE8-AECC-AD7A040DBCB4}" type="sibTrans" cxnId="{7F704E7C-DA3C-42F2-88EE-CDD3C07E1B33}">
      <dgm:prSet/>
      <dgm:spPr/>
      <dgm:t>
        <a:bodyPr/>
        <a:lstStyle/>
        <a:p>
          <a:endParaRPr lang="en-US"/>
        </a:p>
      </dgm:t>
    </dgm:pt>
    <dgm:pt modelId="{69FC038C-95C5-4436-90BA-1B4E9D5349EB}">
      <dgm:prSet/>
      <dgm:spPr/>
      <dgm:t>
        <a:bodyPr/>
        <a:lstStyle/>
        <a:p>
          <a:r>
            <a:rPr lang="en-US" dirty="0"/>
            <a:t> Control </a:t>
          </a:r>
          <a:r>
            <a:rPr lang="en-US" dirty="0" err="1"/>
            <a:t>proporțional</a:t>
          </a:r>
          <a:r>
            <a:rPr lang="en-US" dirty="0"/>
            <a:t> </a:t>
          </a:r>
          <a:r>
            <a:rPr lang="en-US" dirty="0" err="1"/>
            <a:t>utilizând</a:t>
          </a:r>
          <a:r>
            <a:rPr lang="en-US" dirty="0"/>
            <a:t> PWM</a:t>
          </a:r>
        </a:p>
      </dgm:t>
    </dgm:pt>
    <dgm:pt modelId="{F4D5F23A-92EB-4E2D-A9A7-87BF7E82843D}" type="parTrans" cxnId="{7202B5BA-6232-4427-AEE1-8061A447F75E}">
      <dgm:prSet/>
      <dgm:spPr/>
      <dgm:t>
        <a:bodyPr/>
        <a:lstStyle/>
        <a:p>
          <a:endParaRPr lang="en-US"/>
        </a:p>
      </dgm:t>
    </dgm:pt>
    <dgm:pt modelId="{EE88B5B9-191C-428C-8E09-B3F4E753CEB8}" type="sibTrans" cxnId="{7202B5BA-6232-4427-AEE1-8061A447F75E}">
      <dgm:prSet/>
      <dgm:spPr/>
      <dgm:t>
        <a:bodyPr/>
        <a:lstStyle/>
        <a:p>
          <a:endParaRPr lang="en-US"/>
        </a:p>
      </dgm:t>
    </dgm:pt>
    <dgm:pt modelId="{9515EB5A-3F7C-4635-8147-C649719DBC87}" type="pres">
      <dgm:prSet presAssocID="{FE39A187-8392-4B64-AEB0-AF65FC8FD65B}" presName="root" presStyleCnt="0">
        <dgm:presLayoutVars>
          <dgm:dir/>
          <dgm:resizeHandles val="exact"/>
        </dgm:presLayoutVars>
      </dgm:prSet>
      <dgm:spPr/>
    </dgm:pt>
    <dgm:pt modelId="{3D8E90E5-F43A-45A2-91FE-02E3A6AAC804}" type="pres">
      <dgm:prSet presAssocID="{08D12B1E-A55D-4B73-BCB3-B3179DE88A75}" presName="compNode" presStyleCnt="0"/>
      <dgm:spPr/>
    </dgm:pt>
    <dgm:pt modelId="{189FA5FA-C060-4688-8B27-FCFDFCE873CA}" type="pres">
      <dgm:prSet presAssocID="{08D12B1E-A55D-4B73-BCB3-B3179DE88A75}" presName="bgRect" presStyleLbl="bgShp" presStyleIdx="0" presStyleCnt="4"/>
      <dgm:spPr/>
    </dgm:pt>
    <dgm:pt modelId="{441604AB-C840-4CA0-960B-DFABE776301C}" type="pres">
      <dgm:prSet presAssocID="{08D12B1E-A55D-4B73-BCB3-B3179DE88A7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CD0A58E7-369D-423B-A94F-12F081CC8F3E}" type="pres">
      <dgm:prSet presAssocID="{08D12B1E-A55D-4B73-BCB3-B3179DE88A75}" presName="spaceRect" presStyleCnt="0"/>
      <dgm:spPr/>
    </dgm:pt>
    <dgm:pt modelId="{1F95876A-9573-4342-80D7-E2D1C86720A7}" type="pres">
      <dgm:prSet presAssocID="{08D12B1E-A55D-4B73-BCB3-B3179DE88A75}" presName="parTx" presStyleLbl="revTx" presStyleIdx="0" presStyleCnt="4">
        <dgm:presLayoutVars>
          <dgm:chMax val="0"/>
          <dgm:chPref val="0"/>
        </dgm:presLayoutVars>
      </dgm:prSet>
      <dgm:spPr/>
    </dgm:pt>
    <dgm:pt modelId="{FB42EB50-A567-4D04-A19D-29B679879ED3}" type="pres">
      <dgm:prSet presAssocID="{BAF2981C-4C83-4E19-912E-DE42BFA4075E}" presName="sibTrans" presStyleCnt="0"/>
      <dgm:spPr/>
    </dgm:pt>
    <dgm:pt modelId="{4B2E669A-D42E-4680-A1C3-EC5476885E58}" type="pres">
      <dgm:prSet presAssocID="{1F07D9AF-9DFC-420A-9A08-58560F56E62C}" presName="compNode" presStyleCnt="0"/>
      <dgm:spPr/>
    </dgm:pt>
    <dgm:pt modelId="{CEBAF359-88A7-4B75-90DC-80D0A7B40D6D}" type="pres">
      <dgm:prSet presAssocID="{1F07D9AF-9DFC-420A-9A08-58560F56E62C}" presName="bgRect" presStyleLbl="bgShp" presStyleIdx="1" presStyleCnt="4"/>
      <dgm:spPr/>
    </dgm:pt>
    <dgm:pt modelId="{0BD73159-B8F4-4F6B-B5C0-84D9554A2E50}" type="pres">
      <dgm:prSet presAssocID="{1F07D9AF-9DFC-420A-9A08-58560F56E6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43B02FAB-AC8C-46BF-9EF0-980560582618}" type="pres">
      <dgm:prSet presAssocID="{1F07D9AF-9DFC-420A-9A08-58560F56E62C}" presName="spaceRect" presStyleCnt="0"/>
      <dgm:spPr/>
    </dgm:pt>
    <dgm:pt modelId="{F6DE542D-0ABF-4E07-86A0-B3C55E23130B}" type="pres">
      <dgm:prSet presAssocID="{1F07D9AF-9DFC-420A-9A08-58560F56E62C}" presName="parTx" presStyleLbl="revTx" presStyleIdx="1" presStyleCnt="4">
        <dgm:presLayoutVars>
          <dgm:chMax val="0"/>
          <dgm:chPref val="0"/>
        </dgm:presLayoutVars>
      </dgm:prSet>
      <dgm:spPr/>
    </dgm:pt>
    <dgm:pt modelId="{DDA002EA-2AB2-469F-B3C4-AC914570AEFF}" type="pres">
      <dgm:prSet presAssocID="{B43156AD-0ABC-40FF-82C5-EE12CE3ACD2D}" presName="sibTrans" presStyleCnt="0"/>
      <dgm:spPr/>
    </dgm:pt>
    <dgm:pt modelId="{E54E389F-D4EC-4C15-89B9-977954F6A631}" type="pres">
      <dgm:prSet presAssocID="{D24BB717-6C7E-49BA-A6C7-546E6A84B6D3}" presName="compNode" presStyleCnt="0"/>
      <dgm:spPr/>
    </dgm:pt>
    <dgm:pt modelId="{44FF03CE-1164-4F68-A79E-3EED33AC2DE8}" type="pres">
      <dgm:prSet presAssocID="{D24BB717-6C7E-49BA-A6C7-546E6A84B6D3}" presName="bgRect" presStyleLbl="bgShp" presStyleIdx="2" presStyleCnt="4"/>
      <dgm:spPr/>
    </dgm:pt>
    <dgm:pt modelId="{6D8BBF19-B80F-49C8-9E47-8E2A2CA8C421}" type="pres">
      <dgm:prSet presAssocID="{D24BB717-6C7E-49BA-A6C7-546E6A84B6D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7D924335-51B3-4170-A469-5921AD5B9115}" type="pres">
      <dgm:prSet presAssocID="{D24BB717-6C7E-49BA-A6C7-546E6A84B6D3}" presName="spaceRect" presStyleCnt="0"/>
      <dgm:spPr/>
    </dgm:pt>
    <dgm:pt modelId="{9D54FB45-E5B7-4A4A-B36C-34F911BAF790}" type="pres">
      <dgm:prSet presAssocID="{D24BB717-6C7E-49BA-A6C7-546E6A84B6D3}" presName="parTx" presStyleLbl="revTx" presStyleIdx="2" presStyleCnt="4">
        <dgm:presLayoutVars>
          <dgm:chMax val="0"/>
          <dgm:chPref val="0"/>
        </dgm:presLayoutVars>
      </dgm:prSet>
      <dgm:spPr/>
    </dgm:pt>
    <dgm:pt modelId="{76BA280B-48A5-4D54-AE32-8B758A61D163}" type="pres">
      <dgm:prSet presAssocID="{B9A55870-56F6-4BE8-AECC-AD7A040DBCB4}" presName="sibTrans" presStyleCnt="0"/>
      <dgm:spPr/>
    </dgm:pt>
    <dgm:pt modelId="{FB98106E-C924-41A4-B358-A84CE0488F3F}" type="pres">
      <dgm:prSet presAssocID="{69FC038C-95C5-4436-90BA-1B4E9D5349EB}" presName="compNode" presStyleCnt="0"/>
      <dgm:spPr/>
    </dgm:pt>
    <dgm:pt modelId="{94FDF93D-B749-4B2F-87AA-354CE60F2E4D}" type="pres">
      <dgm:prSet presAssocID="{69FC038C-95C5-4436-90BA-1B4E9D5349EB}" presName="bgRect" presStyleLbl="bgShp" presStyleIdx="3" presStyleCnt="4"/>
      <dgm:spPr/>
    </dgm:pt>
    <dgm:pt modelId="{F803FFBF-89AA-4749-A75C-67B2A954F944}" type="pres">
      <dgm:prSet presAssocID="{69FC038C-95C5-4436-90BA-1B4E9D5349E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42D8999-6EA3-44BE-B369-7D9F61AA54C2}" type="pres">
      <dgm:prSet presAssocID="{69FC038C-95C5-4436-90BA-1B4E9D5349EB}" presName="spaceRect" presStyleCnt="0"/>
      <dgm:spPr/>
    </dgm:pt>
    <dgm:pt modelId="{F4AD1E4F-0312-4872-9D5D-C0B5B07C2315}" type="pres">
      <dgm:prSet presAssocID="{69FC038C-95C5-4436-90BA-1B4E9D5349E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E7A04C-D45C-48BD-B8AE-2D494BACD0C1}" type="presOf" srcId="{D24BB717-6C7E-49BA-A6C7-546E6A84B6D3}" destId="{9D54FB45-E5B7-4A4A-B36C-34F911BAF790}" srcOrd="0" destOrd="0" presId="urn:microsoft.com/office/officeart/2018/2/layout/IconVerticalSolidList"/>
    <dgm:cxn modelId="{1EB5AE4F-ACDB-4196-81A8-03B2923BE6AA}" type="presOf" srcId="{08D12B1E-A55D-4B73-BCB3-B3179DE88A75}" destId="{1F95876A-9573-4342-80D7-E2D1C86720A7}" srcOrd="0" destOrd="0" presId="urn:microsoft.com/office/officeart/2018/2/layout/IconVerticalSolidList"/>
    <dgm:cxn modelId="{7F704E7C-DA3C-42F2-88EE-CDD3C07E1B33}" srcId="{FE39A187-8392-4B64-AEB0-AF65FC8FD65B}" destId="{D24BB717-6C7E-49BA-A6C7-546E6A84B6D3}" srcOrd="2" destOrd="0" parTransId="{8DA2AFE1-806D-4B8E-9E6A-C14552256693}" sibTransId="{B9A55870-56F6-4BE8-AECC-AD7A040DBCB4}"/>
    <dgm:cxn modelId="{185DF292-CA1C-4E44-8145-40511B8D1F6F}" srcId="{FE39A187-8392-4B64-AEB0-AF65FC8FD65B}" destId="{1F07D9AF-9DFC-420A-9A08-58560F56E62C}" srcOrd="1" destOrd="0" parTransId="{F85CFC11-E520-430C-9E79-86B37B1273BC}" sibTransId="{B43156AD-0ABC-40FF-82C5-EE12CE3ACD2D}"/>
    <dgm:cxn modelId="{4A53CE94-3F35-4DDC-9B93-1F2BCFBE1CCA}" type="presOf" srcId="{FE39A187-8392-4B64-AEB0-AF65FC8FD65B}" destId="{9515EB5A-3F7C-4635-8147-C649719DBC87}" srcOrd="0" destOrd="0" presId="urn:microsoft.com/office/officeart/2018/2/layout/IconVerticalSolidList"/>
    <dgm:cxn modelId="{EA39FA96-23CD-4454-8675-558238FF1A6D}" type="presOf" srcId="{69FC038C-95C5-4436-90BA-1B4E9D5349EB}" destId="{F4AD1E4F-0312-4872-9D5D-C0B5B07C2315}" srcOrd="0" destOrd="0" presId="urn:microsoft.com/office/officeart/2018/2/layout/IconVerticalSolidList"/>
    <dgm:cxn modelId="{4186649F-D35D-4FAB-8CE7-82A39D05F802}" type="presOf" srcId="{1F07D9AF-9DFC-420A-9A08-58560F56E62C}" destId="{F6DE542D-0ABF-4E07-86A0-B3C55E23130B}" srcOrd="0" destOrd="0" presId="urn:microsoft.com/office/officeart/2018/2/layout/IconVerticalSolidList"/>
    <dgm:cxn modelId="{E86004B1-2682-4CA0-AB07-A928556F736E}" srcId="{FE39A187-8392-4B64-AEB0-AF65FC8FD65B}" destId="{08D12B1E-A55D-4B73-BCB3-B3179DE88A75}" srcOrd="0" destOrd="0" parTransId="{1C309069-FBAF-4BA8-9F9D-337CF5608475}" sibTransId="{BAF2981C-4C83-4E19-912E-DE42BFA4075E}"/>
    <dgm:cxn modelId="{7202B5BA-6232-4427-AEE1-8061A447F75E}" srcId="{FE39A187-8392-4B64-AEB0-AF65FC8FD65B}" destId="{69FC038C-95C5-4436-90BA-1B4E9D5349EB}" srcOrd="3" destOrd="0" parTransId="{F4D5F23A-92EB-4E2D-A9A7-87BF7E82843D}" sibTransId="{EE88B5B9-191C-428C-8E09-B3F4E753CEB8}"/>
    <dgm:cxn modelId="{6E9DBDE5-8CD1-4BDE-AB52-0F9C3DAC6DA7}" type="presParOf" srcId="{9515EB5A-3F7C-4635-8147-C649719DBC87}" destId="{3D8E90E5-F43A-45A2-91FE-02E3A6AAC804}" srcOrd="0" destOrd="0" presId="urn:microsoft.com/office/officeart/2018/2/layout/IconVerticalSolidList"/>
    <dgm:cxn modelId="{7BC06A77-15A3-4F89-9CC8-AC60C69D7158}" type="presParOf" srcId="{3D8E90E5-F43A-45A2-91FE-02E3A6AAC804}" destId="{189FA5FA-C060-4688-8B27-FCFDFCE873CA}" srcOrd="0" destOrd="0" presId="urn:microsoft.com/office/officeart/2018/2/layout/IconVerticalSolidList"/>
    <dgm:cxn modelId="{DE216FF0-08A9-4168-AF43-391957346E8D}" type="presParOf" srcId="{3D8E90E5-F43A-45A2-91FE-02E3A6AAC804}" destId="{441604AB-C840-4CA0-960B-DFABE776301C}" srcOrd="1" destOrd="0" presId="urn:microsoft.com/office/officeart/2018/2/layout/IconVerticalSolidList"/>
    <dgm:cxn modelId="{03BB4411-2FF4-42A7-937E-5032625048CC}" type="presParOf" srcId="{3D8E90E5-F43A-45A2-91FE-02E3A6AAC804}" destId="{CD0A58E7-369D-423B-A94F-12F081CC8F3E}" srcOrd="2" destOrd="0" presId="urn:microsoft.com/office/officeart/2018/2/layout/IconVerticalSolidList"/>
    <dgm:cxn modelId="{7105A7E5-66F7-4A9D-A98C-D2D4AC9AFC63}" type="presParOf" srcId="{3D8E90E5-F43A-45A2-91FE-02E3A6AAC804}" destId="{1F95876A-9573-4342-80D7-E2D1C86720A7}" srcOrd="3" destOrd="0" presId="urn:microsoft.com/office/officeart/2018/2/layout/IconVerticalSolidList"/>
    <dgm:cxn modelId="{3FF433FB-79E0-4F79-8983-A6C4B2FD8B3F}" type="presParOf" srcId="{9515EB5A-3F7C-4635-8147-C649719DBC87}" destId="{FB42EB50-A567-4D04-A19D-29B679879ED3}" srcOrd="1" destOrd="0" presId="urn:microsoft.com/office/officeart/2018/2/layout/IconVerticalSolidList"/>
    <dgm:cxn modelId="{008C99EC-7353-4CB0-B2EE-44207636AEEC}" type="presParOf" srcId="{9515EB5A-3F7C-4635-8147-C649719DBC87}" destId="{4B2E669A-D42E-4680-A1C3-EC5476885E58}" srcOrd="2" destOrd="0" presId="urn:microsoft.com/office/officeart/2018/2/layout/IconVerticalSolidList"/>
    <dgm:cxn modelId="{12E488F7-A7C8-49C3-B57C-B7F10BD80C88}" type="presParOf" srcId="{4B2E669A-D42E-4680-A1C3-EC5476885E58}" destId="{CEBAF359-88A7-4B75-90DC-80D0A7B40D6D}" srcOrd="0" destOrd="0" presId="urn:microsoft.com/office/officeart/2018/2/layout/IconVerticalSolidList"/>
    <dgm:cxn modelId="{9462BE4C-D107-4D8F-9044-3604B7906C93}" type="presParOf" srcId="{4B2E669A-D42E-4680-A1C3-EC5476885E58}" destId="{0BD73159-B8F4-4F6B-B5C0-84D9554A2E50}" srcOrd="1" destOrd="0" presId="urn:microsoft.com/office/officeart/2018/2/layout/IconVerticalSolidList"/>
    <dgm:cxn modelId="{EFA5237F-A3BF-4DA0-BCFD-2DA9599A2082}" type="presParOf" srcId="{4B2E669A-D42E-4680-A1C3-EC5476885E58}" destId="{43B02FAB-AC8C-46BF-9EF0-980560582618}" srcOrd="2" destOrd="0" presId="urn:microsoft.com/office/officeart/2018/2/layout/IconVerticalSolidList"/>
    <dgm:cxn modelId="{BD645FEF-63EC-4EAD-A1A7-51C87E2E621F}" type="presParOf" srcId="{4B2E669A-D42E-4680-A1C3-EC5476885E58}" destId="{F6DE542D-0ABF-4E07-86A0-B3C55E23130B}" srcOrd="3" destOrd="0" presId="urn:microsoft.com/office/officeart/2018/2/layout/IconVerticalSolidList"/>
    <dgm:cxn modelId="{41D09315-4726-439C-A148-DCC846254AF6}" type="presParOf" srcId="{9515EB5A-3F7C-4635-8147-C649719DBC87}" destId="{DDA002EA-2AB2-469F-B3C4-AC914570AEFF}" srcOrd="3" destOrd="0" presId="urn:microsoft.com/office/officeart/2018/2/layout/IconVerticalSolidList"/>
    <dgm:cxn modelId="{BCA80A9F-862D-425D-9A85-EFE6F2716B2D}" type="presParOf" srcId="{9515EB5A-3F7C-4635-8147-C649719DBC87}" destId="{E54E389F-D4EC-4C15-89B9-977954F6A631}" srcOrd="4" destOrd="0" presId="urn:microsoft.com/office/officeart/2018/2/layout/IconVerticalSolidList"/>
    <dgm:cxn modelId="{0D9E6B2E-5789-40AA-9A9B-77CFDDEFBF60}" type="presParOf" srcId="{E54E389F-D4EC-4C15-89B9-977954F6A631}" destId="{44FF03CE-1164-4F68-A79E-3EED33AC2DE8}" srcOrd="0" destOrd="0" presId="urn:microsoft.com/office/officeart/2018/2/layout/IconVerticalSolidList"/>
    <dgm:cxn modelId="{1DC53B6D-B374-478E-8324-F11B758021A4}" type="presParOf" srcId="{E54E389F-D4EC-4C15-89B9-977954F6A631}" destId="{6D8BBF19-B80F-49C8-9E47-8E2A2CA8C421}" srcOrd="1" destOrd="0" presId="urn:microsoft.com/office/officeart/2018/2/layout/IconVerticalSolidList"/>
    <dgm:cxn modelId="{6044FD5E-4A6D-4C57-985E-44ABA1128D6C}" type="presParOf" srcId="{E54E389F-D4EC-4C15-89B9-977954F6A631}" destId="{7D924335-51B3-4170-A469-5921AD5B9115}" srcOrd="2" destOrd="0" presId="urn:microsoft.com/office/officeart/2018/2/layout/IconVerticalSolidList"/>
    <dgm:cxn modelId="{D81297D4-7483-4354-8A50-7C575DCA3131}" type="presParOf" srcId="{E54E389F-D4EC-4C15-89B9-977954F6A631}" destId="{9D54FB45-E5B7-4A4A-B36C-34F911BAF790}" srcOrd="3" destOrd="0" presId="urn:microsoft.com/office/officeart/2018/2/layout/IconVerticalSolidList"/>
    <dgm:cxn modelId="{AEC71C89-1197-4152-907F-58FAA135A9D1}" type="presParOf" srcId="{9515EB5A-3F7C-4635-8147-C649719DBC87}" destId="{76BA280B-48A5-4D54-AE32-8B758A61D163}" srcOrd="5" destOrd="0" presId="urn:microsoft.com/office/officeart/2018/2/layout/IconVerticalSolidList"/>
    <dgm:cxn modelId="{3C48D793-C192-4655-8656-47ED371953EB}" type="presParOf" srcId="{9515EB5A-3F7C-4635-8147-C649719DBC87}" destId="{FB98106E-C924-41A4-B358-A84CE0488F3F}" srcOrd="6" destOrd="0" presId="urn:microsoft.com/office/officeart/2018/2/layout/IconVerticalSolidList"/>
    <dgm:cxn modelId="{2E8F2D38-3094-4FF8-AE2C-23E63E2F26BE}" type="presParOf" srcId="{FB98106E-C924-41A4-B358-A84CE0488F3F}" destId="{94FDF93D-B749-4B2F-87AA-354CE60F2E4D}" srcOrd="0" destOrd="0" presId="urn:microsoft.com/office/officeart/2018/2/layout/IconVerticalSolidList"/>
    <dgm:cxn modelId="{ADB56EB0-3E7C-4D7C-9C5C-950AAB0D5E0B}" type="presParOf" srcId="{FB98106E-C924-41A4-B358-A84CE0488F3F}" destId="{F803FFBF-89AA-4749-A75C-67B2A954F944}" srcOrd="1" destOrd="0" presId="urn:microsoft.com/office/officeart/2018/2/layout/IconVerticalSolidList"/>
    <dgm:cxn modelId="{4F580B4B-5592-4605-A243-D317D14FCB77}" type="presParOf" srcId="{FB98106E-C924-41A4-B358-A84CE0488F3F}" destId="{542D8999-6EA3-44BE-B369-7D9F61AA54C2}" srcOrd="2" destOrd="0" presId="urn:microsoft.com/office/officeart/2018/2/layout/IconVerticalSolidList"/>
    <dgm:cxn modelId="{A9AE7F80-86EA-477F-B311-A520499FA3D0}" type="presParOf" srcId="{FB98106E-C924-41A4-B358-A84CE0488F3F}" destId="{F4AD1E4F-0312-4872-9D5D-C0B5B07C23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FF6622-65DB-411C-993F-A86E99DB18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4D5BE15-60BB-41EA-8E09-8E4FF22E5CE4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MPU6050 măsoară accelerația și înclinarea utilizatorului în timp real.</a:t>
          </a:r>
          <a:endParaRPr lang="en-US" dirty="0"/>
        </a:p>
      </dgm:t>
    </dgm:pt>
    <dgm:pt modelId="{13753276-AC18-40D3-A0EB-2459F426162E}" type="parTrans" cxnId="{B5A2BC07-80B5-4381-9632-F581ED376BE3}">
      <dgm:prSet/>
      <dgm:spPr/>
      <dgm:t>
        <a:bodyPr/>
        <a:lstStyle/>
        <a:p>
          <a:endParaRPr lang="en-US"/>
        </a:p>
      </dgm:t>
    </dgm:pt>
    <dgm:pt modelId="{DF11E10F-F532-4DEA-8625-CAD36F944D29}" type="sibTrans" cxnId="{B5A2BC07-80B5-4381-9632-F581ED376BE3}">
      <dgm:prSet/>
      <dgm:spPr/>
      <dgm:t>
        <a:bodyPr/>
        <a:lstStyle/>
        <a:p>
          <a:endParaRPr lang="en-US"/>
        </a:p>
      </dgm:t>
    </dgm:pt>
    <dgm:pt modelId="{701D9D76-5CEF-4725-8369-EA319235AA39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 dirty="0"/>
            <a:t>ESP32 preia datele de la senzor prin interfața I2C și calculează unghiul de înclinare utilizând funcții trigonometrice.</a:t>
          </a:r>
          <a:endParaRPr lang="en-US" dirty="0"/>
        </a:p>
      </dgm:t>
    </dgm:pt>
    <dgm:pt modelId="{5267D885-6C9F-43F7-97EC-4D1DD4165683}" type="parTrans" cxnId="{D64DD14B-2756-42F5-8ECB-5FE2FCF807E2}">
      <dgm:prSet/>
      <dgm:spPr/>
      <dgm:t>
        <a:bodyPr/>
        <a:lstStyle/>
        <a:p>
          <a:endParaRPr lang="en-US"/>
        </a:p>
      </dgm:t>
    </dgm:pt>
    <dgm:pt modelId="{0ABEA24F-D55F-421E-BEC0-F8542831A381}" type="sibTrans" cxnId="{D64DD14B-2756-42F5-8ECB-5FE2FCF807E2}">
      <dgm:prSet/>
      <dgm:spPr/>
      <dgm:t>
        <a:bodyPr/>
        <a:lstStyle/>
        <a:p>
          <a:endParaRPr lang="en-US"/>
        </a:p>
      </dgm:t>
    </dgm:pt>
    <dgm:pt modelId="{21798495-D259-45D5-9339-3D342B11EC0B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Valorile calculate sunt transmise wireless prin Bluetooth folosind modulul HC-05.</a:t>
          </a:r>
          <a:endParaRPr lang="en-US" dirty="0"/>
        </a:p>
      </dgm:t>
    </dgm:pt>
    <dgm:pt modelId="{DB15CA33-9D6B-47CC-B48C-10E5CB53D6B8}" type="parTrans" cxnId="{4C1C3B1D-D827-4709-B68B-1A7A451ED201}">
      <dgm:prSet/>
      <dgm:spPr/>
      <dgm:t>
        <a:bodyPr/>
        <a:lstStyle/>
        <a:p>
          <a:endParaRPr lang="en-US"/>
        </a:p>
      </dgm:t>
    </dgm:pt>
    <dgm:pt modelId="{0C2C2F81-C582-4780-BEA2-98F1C34536F4}" type="sibTrans" cxnId="{4C1C3B1D-D827-4709-B68B-1A7A451ED201}">
      <dgm:prSet/>
      <dgm:spPr/>
      <dgm:t>
        <a:bodyPr/>
        <a:lstStyle/>
        <a:p>
          <a:endParaRPr lang="en-US"/>
        </a:p>
      </dgm:t>
    </dgm:pt>
    <dgm:pt modelId="{53683AC5-400A-4F7B-BB05-A9BAC4E9B6C0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 dirty="0"/>
            <a:t>STM32 primește datele prin UART4 și procesează comenzile primite.</a:t>
          </a:r>
          <a:endParaRPr lang="en-US" dirty="0"/>
        </a:p>
      </dgm:t>
    </dgm:pt>
    <dgm:pt modelId="{86902E23-30E8-4769-AC0E-D045D304B457}" type="parTrans" cxnId="{80676B5D-8B34-44C9-8B7A-52BC83D01D41}">
      <dgm:prSet/>
      <dgm:spPr/>
      <dgm:t>
        <a:bodyPr/>
        <a:lstStyle/>
        <a:p>
          <a:endParaRPr lang="en-US"/>
        </a:p>
      </dgm:t>
    </dgm:pt>
    <dgm:pt modelId="{00B36319-8A2D-4E86-973D-B35EC1D7A8B8}" type="sibTrans" cxnId="{80676B5D-8B34-44C9-8B7A-52BC83D01D41}">
      <dgm:prSet/>
      <dgm:spPr/>
      <dgm:t>
        <a:bodyPr/>
        <a:lstStyle/>
        <a:p>
          <a:endParaRPr lang="en-US"/>
        </a:p>
      </dgm:t>
    </dgm:pt>
    <dgm:pt modelId="{F72E9A99-FCCD-4AA0-A9C1-06B890308F39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Driverul L298N este utilizat pentru controlul direcției și vitezei motorului DC.</a:t>
          </a:r>
          <a:endParaRPr lang="en-US" dirty="0"/>
        </a:p>
      </dgm:t>
    </dgm:pt>
    <dgm:pt modelId="{29EAB9D8-0A38-47BF-9962-0D9518875695}" type="parTrans" cxnId="{EE5A32A0-3E16-4A0E-AB02-548ADB9BA393}">
      <dgm:prSet/>
      <dgm:spPr/>
      <dgm:t>
        <a:bodyPr/>
        <a:lstStyle/>
        <a:p>
          <a:endParaRPr lang="en-US"/>
        </a:p>
      </dgm:t>
    </dgm:pt>
    <dgm:pt modelId="{EB662D6A-4D3E-44D2-90E4-4011BC7635B1}" type="sibTrans" cxnId="{EE5A32A0-3E16-4A0E-AB02-548ADB9BA393}">
      <dgm:prSet/>
      <dgm:spPr/>
      <dgm:t>
        <a:bodyPr/>
        <a:lstStyle/>
        <a:p>
          <a:endParaRPr lang="en-US"/>
        </a:p>
      </dgm:t>
    </dgm:pt>
    <dgm:pt modelId="{AF39F8B3-0B6E-4677-B06B-B328DE0F1985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ro-RO"/>
            <a:t>Controlul vitezei este realizat prin semnal PWM generat de perifericul TIM3 al microcontrolerului STM32.</a:t>
          </a:r>
          <a:endParaRPr lang="en-US"/>
        </a:p>
      </dgm:t>
    </dgm:pt>
    <dgm:pt modelId="{06BA8298-1ED5-40E5-A338-23CC76FBB15F}" type="parTrans" cxnId="{0C767596-85E6-48D9-BD97-82142C95956D}">
      <dgm:prSet/>
      <dgm:spPr/>
      <dgm:t>
        <a:bodyPr/>
        <a:lstStyle/>
        <a:p>
          <a:endParaRPr lang="en-US"/>
        </a:p>
      </dgm:t>
    </dgm:pt>
    <dgm:pt modelId="{E3D2CD8A-09E6-4ED5-81C0-ADB5F1BDBB29}" type="sibTrans" cxnId="{0C767596-85E6-48D9-BD97-82142C95956D}">
      <dgm:prSet/>
      <dgm:spPr/>
      <dgm:t>
        <a:bodyPr/>
        <a:lstStyle/>
        <a:p>
          <a:endParaRPr lang="en-US"/>
        </a:p>
      </dgm:t>
    </dgm:pt>
    <dgm:pt modelId="{710BCA88-CD80-4A20-A035-1ECD6239B1CB}">
      <dgm:prSet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40000"/>
              <a:lumOff val="60000"/>
            </a:schemeClr>
          </a:solidFill>
        </a:ln>
      </dgm:spPr>
      <dgm:t>
        <a:bodyPr/>
        <a:lstStyle/>
        <a:p>
          <a:r>
            <a:rPr lang="ro-RO" dirty="0"/>
            <a:t>Întregul sistem funcționează în timp real și permite controlul motorului pe baza mișcărilor utilizatorului.</a:t>
          </a:r>
          <a:endParaRPr lang="en-US" dirty="0"/>
        </a:p>
      </dgm:t>
    </dgm:pt>
    <dgm:pt modelId="{9696267F-6EBE-4839-96DB-201ED5EA5D36}" type="parTrans" cxnId="{04BCB5BE-4662-4571-B2EA-321B593D4D91}">
      <dgm:prSet/>
      <dgm:spPr/>
      <dgm:t>
        <a:bodyPr/>
        <a:lstStyle/>
        <a:p>
          <a:endParaRPr lang="en-US"/>
        </a:p>
      </dgm:t>
    </dgm:pt>
    <dgm:pt modelId="{B89CFD2B-9051-43C8-B8A8-7DCD252EB706}" type="sibTrans" cxnId="{04BCB5BE-4662-4571-B2EA-321B593D4D91}">
      <dgm:prSet/>
      <dgm:spPr/>
      <dgm:t>
        <a:bodyPr/>
        <a:lstStyle/>
        <a:p>
          <a:endParaRPr lang="en-US"/>
        </a:p>
      </dgm:t>
    </dgm:pt>
    <dgm:pt modelId="{4129E376-18C1-460C-8600-92E14ABB621B}" type="pres">
      <dgm:prSet presAssocID="{D2FF6622-65DB-411C-993F-A86E99DB18CA}" presName="Name0" presStyleCnt="0">
        <dgm:presLayoutVars>
          <dgm:dir/>
          <dgm:resizeHandles val="exact"/>
        </dgm:presLayoutVars>
      </dgm:prSet>
      <dgm:spPr/>
    </dgm:pt>
    <dgm:pt modelId="{5B44DE3D-5495-4404-8501-3F6007DB6263}" type="pres">
      <dgm:prSet presAssocID="{C4D5BE15-60BB-41EA-8E09-8E4FF22E5CE4}" presName="node" presStyleLbl="node1" presStyleIdx="0" presStyleCnt="7" custLinFactNeighborX="-10213" custLinFactNeighborY="-11998">
        <dgm:presLayoutVars>
          <dgm:bulletEnabled val="1"/>
        </dgm:presLayoutVars>
      </dgm:prSet>
      <dgm:spPr/>
    </dgm:pt>
    <dgm:pt modelId="{6ACBCDEA-C33D-4B4D-9A37-661651539724}" type="pres">
      <dgm:prSet presAssocID="{DF11E10F-F532-4DEA-8625-CAD36F944D29}" presName="sibTrans" presStyleLbl="sibTrans1D1" presStyleIdx="0" presStyleCnt="6"/>
      <dgm:spPr/>
    </dgm:pt>
    <dgm:pt modelId="{3EB9CC23-5008-4A15-A2C3-663003B3A648}" type="pres">
      <dgm:prSet presAssocID="{DF11E10F-F532-4DEA-8625-CAD36F944D29}" presName="connectorText" presStyleLbl="sibTrans1D1" presStyleIdx="0" presStyleCnt="6"/>
      <dgm:spPr/>
    </dgm:pt>
    <dgm:pt modelId="{CC7B7651-D3BB-450E-B508-212CC068ADC7}" type="pres">
      <dgm:prSet presAssocID="{701D9D76-5CEF-4725-8369-EA319235AA39}" presName="node" presStyleLbl="node1" presStyleIdx="1" presStyleCnt="7" custLinFactNeighborX="-59" custLinFactNeighborY="-13768">
        <dgm:presLayoutVars>
          <dgm:bulletEnabled val="1"/>
        </dgm:presLayoutVars>
      </dgm:prSet>
      <dgm:spPr/>
    </dgm:pt>
    <dgm:pt modelId="{7FA5D609-BC14-4F9D-8963-7E9DEA81B7F9}" type="pres">
      <dgm:prSet presAssocID="{0ABEA24F-D55F-421E-BEC0-F8542831A381}" presName="sibTrans" presStyleLbl="sibTrans1D1" presStyleIdx="1" presStyleCnt="6"/>
      <dgm:spPr/>
    </dgm:pt>
    <dgm:pt modelId="{E5792806-02D4-4228-9BD5-FBD8E2E617DC}" type="pres">
      <dgm:prSet presAssocID="{0ABEA24F-D55F-421E-BEC0-F8542831A381}" presName="connectorText" presStyleLbl="sibTrans1D1" presStyleIdx="1" presStyleCnt="6"/>
      <dgm:spPr/>
    </dgm:pt>
    <dgm:pt modelId="{8A1BEFEF-AF3C-42E8-9A34-26D8AACC7968}" type="pres">
      <dgm:prSet presAssocID="{21798495-D259-45D5-9339-3D342B11EC0B}" presName="node" presStyleLbl="node1" presStyleIdx="2" presStyleCnt="7" custLinFactNeighborX="-1935" custLinFactNeighborY="-13768">
        <dgm:presLayoutVars>
          <dgm:bulletEnabled val="1"/>
        </dgm:presLayoutVars>
      </dgm:prSet>
      <dgm:spPr/>
    </dgm:pt>
    <dgm:pt modelId="{E88B1A44-71D3-410C-9C1B-460E2DAEBAD1}" type="pres">
      <dgm:prSet presAssocID="{0C2C2F81-C582-4780-BEA2-98F1C34536F4}" presName="sibTrans" presStyleLbl="sibTrans1D1" presStyleIdx="2" presStyleCnt="6"/>
      <dgm:spPr/>
    </dgm:pt>
    <dgm:pt modelId="{ED90A7F4-53CD-4710-8CF3-C6937ACC6ACC}" type="pres">
      <dgm:prSet presAssocID="{0C2C2F81-C582-4780-BEA2-98F1C34536F4}" presName="connectorText" presStyleLbl="sibTrans1D1" presStyleIdx="2" presStyleCnt="6"/>
      <dgm:spPr/>
    </dgm:pt>
    <dgm:pt modelId="{42B2BE13-6B49-44A2-BA83-531304BA21BB}" type="pres">
      <dgm:prSet presAssocID="{53683AC5-400A-4F7B-BB05-A9BAC4E9B6C0}" presName="node" presStyleLbl="node1" presStyleIdx="3" presStyleCnt="7">
        <dgm:presLayoutVars>
          <dgm:bulletEnabled val="1"/>
        </dgm:presLayoutVars>
      </dgm:prSet>
      <dgm:spPr/>
    </dgm:pt>
    <dgm:pt modelId="{B167A4E0-8CD7-441D-8E75-836257C70921}" type="pres">
      <dgm:prSet presAssocID="{00B36319-8A2D-4E86-973D-B35EC1D7A8B8}" presName="sibTrans" presStyleLbl="sibTrans1D1" presStyleIdx="3" presStyleCnt="6"/>
      <dgm:spPr/>
    </dgm:pt>
    <dgm:pt modelId="{22119693-D638-416A-BFF7-61D76451AAFA}" type="pres">
      <dgm:prSet presAssocID="{00B36319-8A2D-4E86-973D-B35EC1D7A8B8}" presName="connectorText" presStyleLbl="sibTrans1D1" presStyleIdx="3" presStyleCnt="6"/>
      <dgm:spPr/>
    </dgm:pt>
    <dgm:pt modelId="{A0F69FF4-AE3C-4D36-A57C-06BCCDE60342}" type="pres">
      <dgm:prSet presAssocID="{F72E9A99-FCCD-4AA0-A9C1-06B890308F39}" presName="node" presStyleLbl="node1" presStyleIdx="4" presStyleCnt="7">
        <dgm:presLayoutVars>
          <dgm:bulletEnabled val="1"/>
        </dgm:presLayoutVars>
      </dgm:prSet>
      <dgm:spPr/>
    </dgm:pt>
    <dgm:pt modelId="{DE019F12-DF00-4A0C-9FD2-A35931D3C5A4}" type="pres">
      <dgm:prSet presAssocID="{EB662D6A-4D3E-44D2-90E4-4011BC7635B1}" presName="sibTrans" presStyleLbl="sibTrans1D1" presStyleIdx="4" presStyleCnt="6"/>
      <dgm:spPr/>
    </dgm:pt>
    <dgm:pt modelId="{A03CC7C2-C824-472F-A664-0008970BEE2D}" type="pres">
      <dgm:prSet presAssocID="{EB662D6A-4D3E-44D2-90E4-4011BC7635B1}" presName="connectorText" presStyleLbl="sibTrans1D1" presStyleIdx="4" presStyleCnt="6"/>
      <dgm:spPr/>
    </dgm:pt>
    <dgm:pt modelId="{7E1C3B8E-5B9F-4A58-AA5B-16C4744D1867}" type="pres">
      <dgm:prSet presAssocID="{AF39F8B3-0B6E-4677-B06B-B328DE0F1985}" presName="node" presStyleLbl="node1" presStyleIdx="5" presStyleCnt="7">
        <dgm:presLayoutVars>
          <dgm:bulletEnabled val="1"/>
        </dgm:presLayoutVars>
      </dgm:prSet>
      <dgm:spPr/>
    </dgm:pt>
    <dgm:pt modelId="{65133ECD-6A3C-4C99-B5FE-C01353AC498D}" type="pres">
      <dgm:prSet presAssocID="{E3D2CD8A-09E6-4ED5-81C0-ADB5F1BDBB29}" presName="sibTrans" presStyleLbl="sibTrans1D1" presStyleIdx="5" presStyleCnt="6"/>
      <dgm:spPr/>
    </dgm:pt>
    <dgm:pt modelId="{A32F9693-0F00-44F9-8E5B-4FD4DCA4ACA6}" type="pres">
      <dgm:prSet presAssocID="{E3D2CD8A-09E6-4ED5-81C0-ADB5F1BDBB29}" presName="connectorText" presStyleLbl="sibTrans1D1" presStyleIdx="5" presStyleCnt="6"/>
      <dgm:spPr/>
    </dgm:pt>
    <dgm:pt modelId="{852B0BD7-3D24-4E6E-A9FD-A40B774CD1D9}" type="pres">
      <dgm:prSet presAssocID="{710BCA88-CD80-4A20-A035-1ECD6239B1CB}" presName="node" presStyleLbl="node1" presStyleIdx="6" presStyleCnt="7" custLinFactX="22941" custLinFactNeighborX="100000" custLinFactNeighborY="43">
        <dgm:presLayoutVars>
          <dgm:bulletEnabled val="1"/>
        </dgm:presLayoutVars>
      </dgm:prSet>
      <dgm:spPr/>
    </dgm:pt>
  </dgm:ptLst>
  <dgm:cxnLst>
    <dgm:cxn modelId="{BFAC0D01-03D7-4CA7-BA1B-3B991C1D5427}" type="presOf" srcId="{EB662D6A-4D3E-44D2-90E4-4011BC7635B1}" destId="{DE019F12-DF00-4A0C-9FD2-A35931D3C5A4}" srcOrd="0" destOrd="0" presId="urn:microsoft.com/office/officeart/2016/7/layout/RepeatingBendingProcessNew"/>
    <dgm:cxn modelId="{86370F02-5E8A-4D66-AD21-86A776D1D495}" type="presOf" srcId="{0C2C2F81-C582-4780-BEA2-98F1C34536F4}" destId="{ED90A7F4-53CD-4710-8CF3-C6937ACC6ACC}" srcOrd="1" destOrd="0" presId="urn:microsoft.com/office/officeart/2016/7/layout/RepeatingBendingProcessNew"/>
    <dgm:cxn modelId="{B5A2BC07-80B5-4381-9632-F581ED376BE3}" srcId="{D2FF6622-65DB-411C-993F-A86E99DB18CA}" destId="{C4D5BE15-60BB-41EA-8E09-8E4FF22E5CE4}" srcOrd="0" destOrd="0" parTransId="{13753276-AC18-40D3-A0EB-2459F426162E}" sibTransId="{DF11E10F-F532-4DEA-8625-CAD36F944D29}"/>
    <dgm:cxn modelId="{D4747F14-D5DE-4738-B5ED-5417FA11B451}" type="presOf" srcId="{AF39F8B3-0B6E-4677-B06B-B328DE0F1985}" destId="{7E1C3B8E-5B9F-4A58-AA5B-16C4744D1867}" srcOrd="0" destOrd="0" presId="urn:microsoft.com/office/officeart/2016/7/layout/RepeatingBendingProcessNew"/>
    <dgm:cxn modelId="{D3DBDF1C-F6A4-4BBE-BD83-593CAB39D480}" type="presOf" srcId="{701D9D76-5CEF-4725-8369-EA319235AA39}" destId="{CC7B7651-D3BB-450E-B508-212CC068ADC7}" srcOrd="0" destOrd="0" presId="urn:microsoft.com/office/officeart/2016/7/layout/RepeatingBendingProcessNew"/>
    <dgm:cxn modelId="{4C1C3B1D-D827-4709-B68B-1A7A451ED201}" srcId="{D2FF6622-65DB-411C-993F-A86E99DB18CA}" destId="{21798495-D259-45D5-9339-3D342B11EC0B}" srcOrd="2" destOrd="0" parTransId="{DB15CA33-9D6B-47CC-B48C-10E5CB53D6B8}" sibTransId="{0C2C2F81-C582-4780-BEA2-98F1C34536F4}"/>
    <dgm:cxn modelId="{80676B5D-8B34-44C9-8B7A-52BC83D01D41}" srcId="{D2FF6622-65DB-411C-993F-A86E99DB18CA}" destId="{53683AC5-400A-4F7B-BB05-A9BAC4E9B6C0}" srcOrd="3" destOrd="0" parTransId="{86902E23-30E8-4769-AC0E-D045D304B457}" sibTransId="{00B36319-8A2D-4E86-973D-B35EC1D7A8B8}"/>
    <dgm:cxn modelId="{D64DD14B-2756-42F5-8ECB-5FE2FCF807E2}" srcId="{D2FF6622-65DB-411C-993F-A86E99DB18CA}" destId="{701D9D76-5CEF-4725-8369-EA319235AA39}" srcOrd="1" destOrd="0" parTransId="{5267D885-6C9F-43F7-97EC-4D1DD4165683}" sibTransId="{0ABEA24F-D55F-421E-BEC0-F8542831A381}"/>
    <dgm:cxn modelId="{B1199255-64D9-45C6-8F42-6577B6C69EF2}" type="presOf" srcId="{00B36319-8A2D-4E86-973D-B35EC1D7A8B8}" destId="{B167A4E0-8CD7-441D-8E75-836257C70921}" srcOrd="0" destOrd="0" presId="urn:microsoft.com/office/officeart/2016/7/layout/RepeatingBendingProcessNew"/>
    <dgm:cxn modelId="{0C767596-85E6-48D9-BD97-82142C95956D}" srcId="{D2FF6622-65DB-411C-993F-A86E99DB18CA}" destId="{AF39F8B3-0B6E-4677-B06B-B328DE0F1985}" srcOrd="5" destOrd="0" parTransId="{06BA8298-1ED5-40E5-A338-23CC76FBB15F}" sibTransId="{E3D2CD8A-09E6-4ED5-81C0-ADB5F1BDBB29}"/>
    <dgm:cxn modelId="{8562C696-BCC1-4686-A607-A1CAED1D6EF9}" type="presOf" srcId="{53683AC5-400A-4F7B-BB05-A9BAC4E9B6C0}" destId="{42B2BE13-6B49-44A2-BA83-531304BA21BB}" srcOrd="0" destOrd="0" presId="urn:microsoft.com/office/officeart/2016/7/layout/RepeatingBendingProcessNew"/>
    <dgm:cxn modelId="{7E804B9E-4E31-497A-A3C7-562A79A9C538}" type="presOf" srcId="{21798495-D259-45D5-9339-3D342B11EC0B}" destId="{8A1BEFEF-AF3C-42E8-9A34-26D8AACC7968}" srcOrd="0" destOrd="0" presId="urn:microsoft.com/office/officeart/2016/7/layout/RepeatingBendingProcessNew"/>
    <dgm:cxn modelId="{C9B38C9F-936A-42E0-A098-F3B69B239C54}" type="presOf" srcId="{00B36319-8A2D-4E86-973D-B35EC1D7A8B8}" destId="{22119693-D638-416A-BFF7-61D76451AAFA}" srcOrd="1" destOrd="0" presId="urn:microsoft.com/office/officeart/2016/7/layout/RepeatingBendingProcessNew"/>
    <dgm:cxn modelId="{EE5A32A0-3E16-4A0E-AB02-548ADB9BA393}" srcId="{D2FF6622-65DB-411C-993F-A86E99DB18CA}" destId="{F72E9A99-FCCD-4AA0-A9C1-06B890308F39}" srcOrd="4" destOrd="0" parTransId="{29EAB9D8-0A38-47BF-9962-0D9518875695}" sibTransId="{EB662D6A-4D3E-44D2-90E4-4011BC7635B1}"/>
    <dgm:cxn modelId="{5C3B50A0-DED1-4FD6-8E0C-F9496B5800B4}" type="presOf" srcId="{C4D5BE15-60BB-41EA-8E09-8E4FF22E5CE4}" destId="{5B44DE3D-5495-4404-8501-3F6007DB6263}" srcOrd="0" destOrd="0" presId="urn:microsoft.com/office/officeart/2016/7/layout/RepeatingBendingProcessNew"/>
    <dgm:cxn modelId="{52460AA6-89DA-4B29-9DB0-1C10928D1F96}" type="presOf" srcId="{D2FF6622-65DB-411C-993F-A86E99DB18CA}" destId="{4129E376-18C1-460C-8600-92E14ABB621B}" srcOrd="0" destOrd="0" presId="urn:microsoft.com/office/officeart/2016/7/layout/RepeatingBendingProcessNew"/>
    <dgm:cxn modelId="{CBD965AF-B958-4BBB-8A16-A6838BAB68DB}" type="presOf" srcId="{E3D2CD8A-09E6-4ED5-81C0-ADB5F1BDBB29}" destId="{A32F9693-0F00-44F9-8E5B-4FD4DCA4ACA6}" srcOrd="1" destOrd="0" presId="urn:microsoft.com/office/officeart/2016/7/layout/RepeatingBendingProcessNew"/>
    <dgm:cxn modelId="{04BCB5BE-4662-4571-B2EA-321B593D4D91}" srcId="{D2FF6622-65DB-411C-993F-A86E99DB18CA}" destId="{710BCA88-CD80-4A20-A035-1ECD6239B1CB}" srcOrd="6" destOrd="0" parTransId="{9696267F-6EBE-4839-96DB-201ED5EA5D36}" sibTransId="{B89CFD2B-9051-43C8-B8A8-7DCD252EB706}"/>
    <dgm:cxn modelId="{406C47CB-F276-4976-8B3F-73A0475AF8BE}" type="presOf" srcId="{710BCA88-CD80-4A20-A035-1ECD6239B1CB}" destId="{852B0BD7-3D24-4E6E-A9FD-A40B774CD1D9}" srcOrd="0" destOrd="0" presId="urn:microsoft.com/office/officeart/2016/7/layout/RepeatingBendingProcessNew"/>
    <dgm:cxn modelId="{EC2886CC-0AC7-4044-AF3C-AE24369D39F7}" type="presOf" srcId="{EB662D6A-4D3E-44D2-90E4-4011BC7635B1}" destId="{A03CC7C2-C824-472F-A664-0008970BEE2D}" srcOrd="1" destOrd="0" presId="urn:microsoft.com/office/officeart/2016/7/layout/RepeatingBendingProcessNew"/>
    <dgm:cxn modelId="{21CC76D4-2248-4641-974F-BA5B0418A88B}" type="presOf" srcId="{E3D2CD8A-09E6-4ED5-81C0-ADB5F1BDBB29}" destId="{65133ECD-6A3C-4C99-B5FE-C01353AC498D}" srcOrd="0" destOrd="0" presId="urn:microsoft.com/office/officeart/2016/7/layout/RepeatingBendingProcessNew"/>
    <dgm:cxn modelId="{D558D8D9-7E9D-4CB3-A779-CA4B8C41E386}" type="presOf" srcId="{0ABEA24F-D55F-421E-BEC0-F8542831A381}" destId="{E5792806-02D4-4228-9BD5-FBD8E2E617DC}" srcOrd="1" destOrd="0" presId="urn:microsoft.com/office/officeart/2016/7/layout/RepeatingBendingProcessNew"/>
    <dgm:cxn modelId="{AB9D10E2-7194-44BA-B06B-C97038A3A892}" type="presOf" srcId="{DF11E10F-F532-4DEA-8625-CAD36F944D29}" destId="{3EB9CC23-5008-4A15-A2C3-663003B3A648}" srcOrd="1" destOrd="0" presId="urn:microsoft.com/office/officeart/2016/7/layout/RepeatingBendingProcessNew"/>
    <dgm:cxn modelId="{394C26EA-3EEA-4413-A91B-23007F3DCD12}" type="presOf" srcId="{DF11E10F-F532-4DEA-8625-CAD36F944D29}" destId="{6ACBCDEA-C33D-4B4D-9A37-661651539724}" srcOrd="0" destOrd="0" presId="urn:microsoft.com/office/officeart/2016/7/layout/RepeatingBendingProcessNew"/>
    <dgm:cxn modelId="{DD5F56F3-2FE4-42FD-9718-48856D73BB80}" type="presOf" srcId="{F72E9A99-FCCD-4AA0-A9C1-06B890308F39}" destId="{A0F69FF4-AE3C-4D36-A57C-06BCCDE60342}" srcOrd="0" destOrd="0" presId="urn:microsoft.com/office/officeart/2016/7/layout/RepeatingBendingProcessNew"/>
    <dgm:cxn modelId="{F4E169F8-8164-420B-BACB-A909417E6F4A}" type="presOf" srcId="{0C2C2F81-C582-4780-BEA2-98F1C34536F4}" destId="{E88B1A44-71D3-410C-9C1B-460E2DAEBAD1}" srcOrd="0" destOrd="0" presId="urn:microsoft.com/office/officeart/2016/7/layout/RepeatingBendingProcessNew"/>
    <dgm:cxn modelId="{E46B29F9-1DAF-43DB-BEDB-E7F827277546}" type="presOf" srcId="{0ABEA24F-D55F-421E-BEC0-F8542831A381}" destId="{7FA5D609-BC14-4F9D-8963-7E9DEA81B7F9}" srcOrd="0" destOrd="0" presId="urn:microsoft.com/office/officeart/2016/7/layout/RepeatingBendingProcessNew"/>
    <dgm:cxn modelId="{73CCA849-C694-4158-970D-95A4C3A60256}" type="presParOf" srcId="{4129E376-18C1-460C-8600-92E14ABB621B}" destId="{5B44DE3D-5495-4404-8501-3F6007DB6263}" srcOrd="0" destOrd="0" presId="urn:microsoft.com/office/officeart/2016/7/layout/RepeatingBendingProcessNew"/>
    <dgm:cxn modelId="{6DECEEDC-6462-4527-B5C1-E6888CA8C561}" type="presParOf" srcId="{4129E376-18C1-460C-8600-92E14ABB621B}" destId="{6ACBCDEA-C33D-4B4D-9A37-661651539724}" srcOrd="1" destOrd="0" presId="urn:microsoft.com/office/officeart/2016/7/layout/RepeatingBendingProcessNew"/>
    <dgm:cxn modelId="{19E241D7-A128-403F-ACEA-FA75598AB2D3}" type="presParOf" srcId="{6ACBCDEA-C33D-4B4D-9A37-661651539724}" destId="{3EB9CC23-5008-4A15-A2C3-663003B3A648}" srcOrd="0" destOrd="0" presId="urn:microsoft.com/office/officeart/2016/7/layout/RepeatingBendingProcessNew"/>
    <dgm:cxn modelId="{678F0D50-751C-4679-9B2C-67CE8692872D}" type="presParOf" srcId="{4129E376-18C1-460C-8600-92E14ABB621B}" destId="{CC7B7651-D3BB-450E-B508-212CC068ADC7}" srcOrd="2" destOrd="0" presId="urn:microsoft.com/office/officeart/2016/7/layout/RepeatingBendingProcessNew"/>
    <dgm:cxn modelId="{23464C7D-9E63-44C9-9BDA-E0C954086EB7}" type="presParOf" srcId="{4129E376-18C1-460C-8600-92E14ABB621B}" destId="{7FA5D609-BC14-4F9D-8963-7E9DEA81B7F9}" srcOrd="3" destOrd="0" presId="urn:microsoft.com/office/officeart/2016/7/layout/RepeatingBendingProcessNew"/>
    <dgm:cxn modelId="{F35801EF-1513-4C8A-A7EA-7966687257AF}" type="presParOf" srcId="{7FA5D609-BC14-4F9D-8963-7E9DEA81B7F9}" destId="{E5792806-02D4-4228-9BD5-FBD8E2E617DC}" srcOrd="0" destOrd="0" presId="urn:microsoft.com/office/officeart/2016/7/layout/RepeatingBendingProcessNew"/>
    <dgm:cxn modelId="{92A9299A-2C9C-4195-BB8A-F6AC0D00E899}" type="presParOf" srcId="{4129E376-18C1-460C-8600-92E14ABB621B}" destId="{8A1BEFEF-AF3C-42E8-9A34-26D8AACC7968}" srcOrd="4" destOrd="0" presId="urn:microsoft.com/office/officeart/2016/7/layout/RepeatingBendingProcessNew"/>
    <dgm:cxn modelId="{012858BA-24B2-43A6-A4B0-80845F7F74FD}" type="presParOf" srcId="{4129E376-18C1-460C-8600-92E14ABB621B}" destId="{E88B1A44-71D3-410C-9C1B-460E2DAEBAD1}" srcOrd="5" destOrd="0" presId="urn:microsoft.com/office/officeart/2016/7/layout/RepeatingBendingProcessNew"/>
    <dgm:cxn modelId="{D15D31EC-6455-4D26-BE62-68DA3299B1FD}" type="presParOf" srcId="{E88B1A44-71D3-410C-9C1B-460E2DAEBAD1}" destId="{ED90A7F4-53CD-4710-8CF3-C6937ACC6ACC}" srcOrd="0" destOrd="0" presId="urn:microsoft.com/office/officeart/2016/7/layout/RepeatingBendingProcessNew"/>
    <dgm:cxn modelId="{311BF379-A58C-4F60-91EB-ECADA4FBE1D0}" type="presParOf" srcId="{4129E376-18C1-460C-8600-92E14ABB621B}" destId="{42B2BE13-6B49-44A2-BA83-531304BA21BB}" srcOrd="6" destOrd="0" presId="urn:microsoft.com/office/officeart/2016/7/layout/RepeatingBendingProcessNew"/>
    <dgm:cxn modelId="{D1D971FA-A58A-40C4-B635-9287FD6A6F51}" type="presParOf" srcId="{4129E376-18C1-460C-8600-92E14ABB621B}" destId="{B167A4E0-8CD7-441D-8E75-836257C70921}" srcOrd="7" destOrd="0" presId="urn:microsoft.com/office/officeart/2016/7/layout/RepeatingBendingProcessNew"/>
    <dgm:cxn modelId="{7B91F19A-E0F6-4253-98DB-CBA1AD4433B8}" type="presParOf" srcId="{B167A4E0-8CD7-441D-8E75-836257C70921}" destId="{22119693-D638-416A-BFF7-61D76451AAFA}" srcOrd="0" destOrd="0" presId="urn:microsoft.com/office/officeart/2016/7/layout/RepeatingBendingProcessNew"/>
    <dgm:cxn modelId="{ACAFF564-BC0B-4617-B476-9A85B39857DF}" type="presParOf" srcId="{4129E376-18C1-460C-8600-92E14ABB621B}" destId="{A0F69FF4-AE3C-4D36-A57C-06BCCDE60342}" srcOrd="8" destOrd="0" presId="urn:microsoft.com/office/officeart/2016/7/layout/RepeatingBendingProcessNew"/>
    <dgm:cxn modelId="{290CC164-CB0A-4C04-A026-182672C0109C}" type="presParOf" srcId="{4129E376-18C1-460C-8600-92E14ABB621B}" destId="{DE019F12-DF00-4A0C-9FD2-A35931D3C5A4}" srcOrd="9" destOrd="0" presId="urn:microsoft.com/office/officeart/2016/7/layout/RepeatingBendingProcessNew"/>
    <dgm:cxn modelId="{B0C1FC61-1FE5-4F02-8994-6F45D1DCB8DA}" type="presParOf" srcId="{DE019F12-DF00-4A0C-9FD2-A35931D3C5A4}" destId="{A03CC7C2-C824-472F-A664-0008970BEE2D}" srcOrd="0" destOrd="0" presId="urn:microsoft.com/office/officeart/2016/7/layout/RepeatingBendingProcessNew"/>
    <dgm:cxn modelId="{2A751D99-B77B-4C49-BAAF-3DD74509CADD}" type="presParOf" srcId="{4129E376-18C1-460C-8600-92E14ABB621B}" destId="{7E1C3B8E-5B9F-4A58-AA5B-16C4744D1867}" srcOrd="10" destOrd="0" presId="urn:microsoft.com/office/officeart/2016/7/layout/RepeatingBendingProcessNew"/>
    <dgm:cxn modelId="{CECB6E6E-E113-4C94-AB28-5B57D468A738}" type="presParOf" srcId="{4129E376-18C1-460C-8600-92E14ABB621B}" destId="{65133ECD-6A3C-4C99-B5FE-C01353AC498D}" srcOrd="11" destOrd="0" presId="urn:microsoft.com/office/officeart/2016/7/layout/RepeatingBendingProcessNew"/>
    <dgm:cxn modelId="{F5F8BF19-52E5-4E55-8F5C-543EF680652B}" type="presParOf" srcId="{65133ECD-6A3C-4C99-B5FE-C01353AC498D}" destId="{A32F9693-0F00-44F9-8E5B-4FD4DCA4ACA6}" srcOrd="0" destOrd="0" presId="urn:microsoft.com/office/officeart/2016/7/layout/RepeatingBendingProcessNew"/>
    <dgm:cxn modelId="{618221AD-E140-416F-8C4A-A3D5C3F58D7D}" type="presParOf" srcId="{4129E376-18C1-460C-8600-92E14ABB621B}" destId="{852B0BD7-3D24-4E6E-A9FD-A40B774CD1D9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FA5FA-C060-4688-8B27-FCFDFCE873CA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604AB-C840-4CA0-960B-DFABE776301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5876A-9573-4342-80D7-E2D1C86720A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Achiziția</a:t>
          </a:r>
          <a:r>
            <a:rPr lang="en-US" sz="2200" kern="1200" dirty="0"/>
            <a:t> </a:t>
          </a:r>
          <a:r>
            <a:rPr lang="en-US" sz="2200" kern="1200" dirty="0" err="1"/>
            <a:t>datelor</a:t>
          </a:r>
          <a:r>
            <a:rPr lang="en-US" sz="2200" kern="1200" dirty="0"/>
            <a:t> de la MPU6050</a:t>
          </a:r>
        </a:p>
      </dsp:txBody>
      <dsp:txXfrm>
        <a:off x="1339618" y="2288"/>
        <a:ext cx="3433549" cy="1159843"/>
      </dsp:txXfrm>
    </dsp:sp>
    <dsp:sp modelId="{CEBAF359-88A7-4B75-90DC-80D0A7B40D6D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73159-B8F4-4F6B-B5C0-84D9554A2E5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E542D-0ABF-4E07-86A0-B3C55E23130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Transmiterea</a:t>
          </a:r>
          <a:r>
            <a:rPr lang="en-US" sz="2200" kern="1200" dirty="0"/>
            <a:t> wireless </a:t>
          </a:r>
          <a:r>
            <a:rPr lang="en-US" sz="2200" kern="1200" dirty="0" err="1"/>
            <a:t>prin</a:t>
          </a:r>
          <a:r>
            <a:rPr lang="en-US" sz="2200" kern="1200" dirty="0"/>
            <a:t> Bluetooth</a:t>
          </a:r>
        </a:p>
      </dsp:txBody>
      <dsp:txXfrm>
        <a:off x="1339618" y="1452092"/>
        <a:ext cx="3433549" cy="1159843"/>
      </dsp:txXfrm>
    </dsp:sp>
    <dsp:sp modelId="{44FF03CE-1164-4F68-A79E-3EED33AC2DE8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BBF19-B80F-49C8-9E47-8E2A2CA8C42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4FB45-E5B7-4A4A-B36C-34F911BAF790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</a:t>
          </a:r>
          <a:r>
            <a:rPr lang="en-US" sz="2200" kern="1200" dirty="0" err="1"/>
            <a:t>Controlul</a:t>
          </a:r>
          <a:r>
            <a:rPr lang="en-US" sz="2200" kern="1200" dirty="0"/>
            <a:t> </a:t>
          </a:r>
          <a:r>
            <a:rPr lang="en-US" sz="2200" kern="1200" dirty="0" err="1"/>
            <a:t>motorului</a:t>
          </a:r>
          <a:r>
            <a:rPr lang="en-US" sz="2200" kern="1200" dirty="0"/>
            <a:t> DC </a:t>
          </a:r>
          <a:r>
            <a:rPr lang="en-US" sz="2200" kern="1200" dirty="0" err="1"/>
            <a:t>prin</a:t>
          </a:r>
          <a:r>
            <a:rPr lang="en-US" sz="2200" kern="1200" dirty="0"/>
            <a:t> STM32</a:t>
          </a:r>
        </a:p>
      </dsp:txBody>
      <dsp:txXfrm>
        <a:off x="1339618" y="2901896"/>
        <a:ext cx="3433549" cy="1159843"/>
      </dsp:txXfrm>
    </dsp:sp>
    <dsp:sp modelId="{94FDF93D-B749-4B2F-87AA-354CE60F2E4D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3FFBF-89AA-4749-A75C-67B2A954F94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D1E4F-0312-4872-9D5D-C0B5B07C2315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Control </a:t>
          </a:r>
          <a:r>
            <a:rPr lang="en-US" sz="2200" kern="1200" dirty="0" err="1"/>
            <a:t>proporțional</a:t>
          </a:r>
          <a:r>
            <a:rPr lang="en-US" sz="2200" kern="1200" dirty="0"/>
            <a:t> </a:t>
          </a:r>
          <a:r>
            <a:rPr lang="en-US" sz="2200" kern="1200" dirty="0" err="1"/>
            <a:t>utilizând</a:t>
          </a:r>
          <a:r>
            <a:rPr lang="en-US" sz="2200" kern="1200" dirty="0"/>
            <a:t> PWM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BCDEA-C33D-4B4D-9A37-661651539724}">
      <dsp:nvSpPr>
        <dsp:cNvPr id="0" name=""/>
        <dsp:cNvSpPr/>
      </dsp:nvSpPr>
      <dsp:spPr>
        <a:xfrm>
          <a:off x="2339313" y="531919"/>
          <a:ext cx="6077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77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7238" y="575424"/>
        <a:ext cx="31918" cy="4428"/>
      </dsp:txXfrm>
    </dsp:sp>
    <dsp:sp modelId="{5B44DE3D-5495-4404-8501-3F6007DB6263}">
      <dsp:nvSpPr>
        <dsp:cNvPr id="0" name=""/>
        <dsp:cNvSpPr/>
      </dsp:nvSpPr>
      <dsp:spPr>
        <a:xfrm>
          <a:off x="415649" y="0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MPU6050 măsoară accelerația și înclinarea utilizatorului în timp real.</a:t>
          </a:r>
          <a:endParaRPr lang="en-US" sz="1200" kern="1200" dirty="0"/>
        </a:p>
      </dsp:txBody>
      <dsp:txXfrm>
        <a:off x="415649" y="0"/>
        <a:ext cx="1925463" cy="1155278"/>
      </dsp:txXfrm>
    </dsp:sp>
    <dsp:sp modelId="{7FA5D609-BC14-4F9D-8963-7E9DEA81B7F9}">
      <dsp:nvSpPr>
        <dsp:cNvPr id="0" name=""/>
        <dsp:cNvSpPr/>
      </dsp:nvSpPr>
      <dsp:spPr>
        <a:xfrm>
          <a:off x="4903145" y="531919"/>
          <a:ext cx="3761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6134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1045" y="575424"/>
        <a:ext cx="20336" cy="4428"/>
      </dsp:txXfrm>
    </dsp:sp>
    <dsp:sp modelId="{CC7B7651-D3BB-450E-B508-212CC068ADC7}">
      <dsp:nvSpPr>
        <dsp:cNvPr id="0" name=""/>
        <dsp:cNvSpPr/>
      </dsp:nvSpPr>
      <dsp:spPr>
        <a:xfrm>
          <a:off x="2979482" y="0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ESP32 preia datele de la senzor prin interfața I2C și calculează unghiul de înclinare utilizând funcții trigonometrice.</a:t>
          </a:r>
          <a:endParaRPr lang="en-US" sz="1200" kern="1200" dirty="0"/>
        </a:p>
      </dsp:txBody>
      <dsp:txXfrm>
        <a:off x="2979482" y="0"/>
        <a:ext cx="1925463" cy="1155278"/>
      </dsp:txXfrm>
    </dsp:sp>
    <dsp:sp modelId="{E88B1A44-71D3-410C-9C1B-460E2DAEBAD1}">
      <dsp:nvSpPr>
        <dsp:cNvPr id="0" name=""/>
        <dsp:cNvSpPr/>
      </dsp:nvSpPr>
      <dsp:spPr>
        <a:xfrm>
          <a:off x="1575029" y="1153478"/>
          <a:ext cx="4699383" cy="412754"/>
        </a:xfrm>
        <a:custGeom>
          <a:avLst/>
          <a:gdLst/>
          <a:ahLst/>
          <a:cxnLst/>
          <a:rect l="0" t="0" r="0" b="0"/>
          <a:pathLst>
            <a:path>
              <a:moveTo>
                <a:pt x="4699383" y="0"/>
              </a:moveTo>
              <a:lnTo>
                <a:pt x="4699383" y="223477"/>
              </a:lnTo>
              <a:lnTo>
                <a:pt x="0" y="223477"/>
              </a:lnTo>
              <a:lnTo>
                <a:pt x="0" y="412754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714" y="1357641"/>
        <a:ext cx="236012" cy="4428"/>
      </dsp:txXfrm>
    </dsp:sp>
    <dsp:sp modelId="{8A1BEFEF-AF3C-42E8-9A34-26D8AACC7968}">
      <dsp:nvSpPr>
        <dsp:cNvPr id="0" name=""/>
        <dsp:cNvSpPr/>
      </dsp:nvSpPr>
      <dsp:spPr>
        <a:xfrm>
          <a:off x="5311680" y="0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Valorile calculate sunt transmise wireless prin Bluetooth folosind modulul HC-05.</a:t>
          </a:r>
          <a:endParaRPr lang="en-US" sz="1200" kern="1200" dirty="0"/>
        </a:p>
      </dsp:txBody>
      <dsp:txXfrm>
        <a:off x="5311680" y="0"/>
        <a:ext cx="1925463" cy="1155278"/>
      </dsp:txXfrm>
    </dsp:sp>
    <dsp:sp modelId="{B167A4E0-8CD7-441D-8E75-836257C70921}">
      <dsp:nvSpPr>
        <dsp:cNvPr id="0" name=""/>
        <dsp:cNvSpPr/>
      </dsp:nvSpPr>
      <dsp:spPr>
        <a:xfrm>
          <a:off x="2535961" y="2130551"/>
          <a:ext cx="4122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25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31018" y="2174057"/>
        <a:ext cx="22142" cy="4428"/>
      </dsp:txXfrm>
    </dsp:sp>
    <dsp:sp modelId="{42B2BE13-6B49-44A2-BA83-531304BA21BB}">
      <dsp:nvSpPr>
        <dsp:cNvPr id="0" name=""/>
        <dsp:cNvSpPr/>
      </dsp:nvSpPr>
      <dsp:spPr>
        <a:xfrm>
          <a:off x="612297" y="1598632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STM32 primește datele prin UART4 și procesează comenzile primite.</a:t>
          </a:r>
          <a:endParaRPr lang="en-US" sz="1200" kern="1200" dirty="0"/>
        </a:p>
      </dsp:txBody>
      <dsp:txXfrm>
        <a:off x="612297" y="1598632"/>
        <a:ext cx="1925463" cy="1155278"/>
      </dsp:txXfrm>
    </dsp:sp>
    <dsp:sp modelId="{DE019F12-DF00-4A0C-9FD2-A35931D3C5A4}">
      <dsp:nvSpPr>
        <dsp:cNvPr id="0" name=""/>
        <dsp:cNvSpPr/>
      </dsp:nvSpPr>
      <dsp:spPr>
        <a:xfrm>
          <a:off x="4904281" y="2130551"/>
          <a:ext cx="4122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225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9338" y="2174057"/>
        <a:ext cx="22142" cy="4428"/>
      </dsp:txXfrm>
    </dsp:sp>
    <dsp:sp modelId="{A0F69FF4-AE3C-4D36-A57C-06BCCDE60342}">
      <dsp:nvSpPr>
        <dsp:cNvPr id="0" name=""/>
        <dsp:cNvSpPr/>
      </dsp:nvSpPr>
      <dsp:spPr>
        <a:xfrm>
          <a:off x="2980618" y="1598632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Driverul L298N este utilizat pentru controlul direcției și vitezei motorului DC.</a:t>
          </a:r>
          <a:endParaRPr lang="en-US" sz="1200" kern="1200" dirty="0"/>
        </a:p>
      </dsp:txBody>
      <dsp:txXfrm>
        <a:off x="2980618" y="1598632"/>
        <a:ext cx="1925463" cy="1155278"/>
      </dsp:txXfrm>
    </dsp:sp>
    <dsp:sp modelId="{65133ECD-6A3C-4C99-B5FE-C01353AC498D}">
      <dsp:nvSpPr>
        <dsp:cNvPr id="0" name=""/>
        <dsp:cNvSpPr/>
      </dsp:nvSpPr>
      <dsp:spPr>
        <a:xfrm>
          <a:off x="3942213" y="2752111"/>
          <a:ext cx="2369456" cy="412753"/>
        </a:xfrm>
        <a:custGeom>
          <a:avLst/>
          <a:gdLst/>
          <a:ahLst/>
          <a:cxnLst/>
          <a:rect l="0" t="0" r="0" b="0"/>
          <a:pathLst>
            <a:path>
              <a:moveTo>
                <a:pt x="2369456" y="0"/>
              </a:moveTo>
              <a:lnTo>
                <a:pt x="2369456" y="223476"/>
              </a:lnTo>
              <a:lnTo>
                <a:pt x="0" y="223476"/>
              </a:lnTo>
              <a:lnTo>
                <a:pt x="0" y="4127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677" y="2956273"/>
        <a:ext cx="120528" cy="4428"/>
      </dsp:txXfrm>
    </dsp:sp>
    <dsp:sp modelId="{7E1C3B8E-5B9F-4A58-AA5B-16C4744D1867}">
      <dsp:nvSpPr>
        <dsp:cNvPr id="0" name=""/>
        <dsp:cNvSpPr/>
      </dsp:nvSpPr>
      <dsp:spPr>
        <a:xfrm>
          <a:off x="5348938" y="1598632"/>
          <a:ext cx="1925463" cy="1155278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/>
            <a:t>Controlul vitezei este realizat prin semnal PWM generat de perifericul TIM3 al microcontrolerului STM32.</a:t>
          </a:r>
          <a:endParaRPr lang="en-US" sz="1200" kern="1200"/>
        </a:p>
      </dsp:txBody>
      <dsp:txXfrm>
        <a:off x="5348938" y="1598632"/>
        <a:ext cx="1925463" cy="1155278"/>
      </dsp:txXfrm>
    </dsp:sp>
    <dsp:sp modelId="{852B0BD7-3D24-4E6E-A9FD-A40B774CD1D9}">
      <dsp:nvSpPr>
        <dsp:cNvPr id="0" name=""/>
        <dsp:cNvSpPr/>
      </dsp:nvSpPr>
      <dsp:spPr>
        <a:xfrm>
          <a:off x="2979482" y="3197264"/>
          <a:ext cx="1925463" cy="1155278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flat" cmpd="sng" algn="ctr">
          <a:solidFill>
            <a:schemeClr val="accent6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9" tIns="99036" rIns="94349" bIns="9903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/>
            <a:t>Întregul sistem funcționează în timp real și permite controlul motorului pe baza mișcărilor utilizatorului.</a:t>
          </a:r>
          <a:endParaRPr lang="en-US" sz="1200" kern="1200" dirty="0"/>
        </a:p>
      </dsp:txBody>
      <dsp:txXfrm>
        <a:off x="2979482" y="3197264"/>
        <a:ext cx="1925463" cy="1155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08E35-ABF3-1F1A-A146-28DF1CF4C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0C59A-594A-4428-93F0-A3A4E0A2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9634-D1D4-3954-4A69-1709C124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492FD-AD6E-B9DB-154C-169B9930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2B05-4967-D9C3-EF9C-D06D104E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7B07-62C2-553C-63FF-48910437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C1A5E-E6DD-6E37-25DD-6429CC44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16FC-5850-64CB-55A5-5385E583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4485-1EDB-0FAF-6ED8-8AD2D504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8DD7C-C09A-A756-D82C-2F69B9E3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1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FC55-4CEE-D353-FAD2-25419405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DA5C6-3B6E-E6E6-9905-742DE58C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DF3FD-0CF7-28DD-93B2-74DD1338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1D95-C1C9-1381-4F11-EDDB4F28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458A-072F-DDA3-DDDA-205489D0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B089-AADF-A4BC-2177-0434DB9F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41C1-1AAA-6289-F6EA-47BAAFF2B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50077-474B-B90B-F2ED-0CE002312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8C518-6C2F-8FC2-F236-70012956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464F3-DC8A-2849-3199-5008E44F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95066-F740-2659-CE5A-A7F856B7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7C00-E84B-7C50-96E4-93EEF56F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73660-5AAB-AE83-7037-D091A55D0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24F8-B2BE-21B0-8DEB-ED39F379B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03F27-0645-E37C-6B0C-184A88BF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7A1C37-8B5D-417B-1AFE-981D0B1EC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AB117-15D9-0D07-D5F2-B734170A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F5D7F-766C-CF7B-F21D-AE4C5FD9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F6920-58C4-9CBC-3B3A-034A70EE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6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12B7-FCC1-22DC-4D26-A8D8735D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0ED37-E6BF-1ABC-1012-635BF67B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A8DA5-6925-6D55-B1C3-D25E0110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0E8DD-AF55-6F1D-17FE-4D7308AE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7A12B-94AB-DD27-EE66-CFB1CE39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E5FA7-1BD9-FD8D-6C0B-ED4EE216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4BAF7-E379-C9FD-8082-1B2C7E94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1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871A-510C-F40E-13ED-FE1AB998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99F7-0E06-238B-EB29-DF0BA556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2E962-9E33-3A74-846B-149BC42BD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572BD-D185-5BC1-ECC7-CC9FF8EA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069DC-CE4C-DB77-0D6B-4223BFFC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8284-E316-FBC9-EBA6-B796E8DD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6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8290-9F69-486A-49A4-0A5D8793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76296-3680-6C72-DA5E-7F698977F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BA344-B62B-6366-4E07-EEAEE73F2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56B87-F9B2-FFE9-74A8-4C7266D0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EFD70-FDE3-6946-1FEA-87543B2FE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45A5-DC54-8338-8801-73802011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6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47F9-36DA-59A3-D013-A4DD1D0B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734B4-2600-A2AD-64A2-79EB7A032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01C8-BC68-FCC9-C97F-500B4684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DB39-C67B-A008-923A-0612D5BB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88C1-C131-7C66-76E9-C3729E31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17996-37F3-4292-CA87-AB8F2971F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11432-AC05-784B-13E9-08B25F6F9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8EF50-2DDF-5951-51C3-F1B69799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87E9D-B422-5A7F-110B-82C19940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4EC9C-4895-C06A-B1FE-D3917E50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5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24CBE-9242-290F-EE05-3A02D550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E55F-457F-1606-B156-CE39E2340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6B37B-7883-0F57-3A83-AF358D59F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01340-6382-1FB4-CD61-9BD7C6592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C9532-1270-ABDB-3067-2E8DDBB17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4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F43ED2-D82E-B80B-9C80-4A2EFCF67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5430" y="1512721"/>
            <a:ext cx="4578895" cy="203105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TEMA 25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/>
            </a:br>
            <a:r>
              <a:rPr lang="en-US" sz="2400" dirty="0"/>
              <a:t>Motor </a:t>
            </a:r>
            <a:r>
              <a:rPr lang="en-US" sz="2400" dirty="0" err="1"/>
              <a:t>controlat</a:t>
            </a:r>
            <a:r>
              <a:rPr lang="en-US" sz="2400" dirty="0"/>
              <a:t> de la </a:t>
            </a:r>
            <a:r>
              <a:rPr lang="en-US" sz="2400" dirty="0" err="1"/>
              <a:t>distanta</a:t>
            </a:r>
            <a:r>
              <a:rPr lang="en-US" sz="2400" dirty="0"/>
              <a:t> din</a:t>
            </a:r>
            <a:br>
              <a:rPr lang="en-US" sz="2400" dirty="0"/>
            </a:br>
            <a:r>
              <a:rPr lang="en-US" sz="2400" dirty="0" err="1"/>
              <a:t>Incheietura</a:t>
            </a:r>
            <a:r>
              <a:rPr lang="en-US" sz="2400" dirty="0"/>
              <a:t> (STM32 NUCLEO-L476RG)</a:t>
            </a:r>
            <a:br>
              <a:rPr lang="en-US" sz="2400" dirty="0"/>
            </a:br>
            <a:endParaRPr lang="ro-RO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3F954-676C-6AA5-3004-303772210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5429" y="3819086"/>
            <a:ext cx="4578895" cy="682079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Nedelcu Alexia Ioana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Zanfira</a:t>
            </a:r>
            <a:r>
              <a:rPr lang="en-US" dirty="0"/>
              <a:t> Dan Constantin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Juganaru Alexandra Elena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51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ro-RO" sz="3500" dirty="0"/>
              <a:t>Scopul proiectului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31A12-F80C-9B51-2C0A-FD71BCBEA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785193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ro-RO" sz="3500"/>
              <a:t>Componente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pt-BR" sz="1700"/>
              <a:t> ESP32</a:t>
            </a:r>
          </a:p>
          <a:p>
            <a:r>
              <a:rPr lang="pt-BR" sz="1700"/>
              <a:t> STM32 NUCLEO-L476RG</a:t>
            </a:r>
          </a:p>
          <a:p>
            <a:r>
              <a:rPr lang="pt-BR" sz="1700"/>
              <a:t> MPU6050</a:t>
            </a:r>
          </a:p>
          <a:p>
            <a:r>
              <a:rPr lang="pt-BR" sz="1700"/>
              <a:t> HC-05</a:t>
            </a:r>
          </a:p>
          <a:p>
            <a:r>
              <a:rPr lang="pt-BR" sz="1700"/>
              <a:t> L298N</a:t>
            </a:r>
          </a:p>
          <a:p>
            <a:r>
              <a:rPr lang="pt-BR" sz="1700"/>
              <a:t> Motor DC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5B692-9529-0FE3-20DC-8E8396ED1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Arhitectura</a:t>
            </a:r>
            <a:r>
              <a:rPr dirty="0"/>
              <a:t> </a:t>
            </a:r>
            <a:r>
              <a:rPr dirty="0" err="1"/>
              <a:t>sistemului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E866D4-17C0-ECAB-1C22-A0B899ECD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11904"/>
            <a:ext cx="7886700" cy="1530251"/>
          </a:xfrm>
        </p:spPr>
        <p:txBody>
          <a:bodyPr/>
          <a:lstStyle/>
          <a:p>
            <a:pPr>
              <a:buNone/>
            </a:pPr>
            <a:r>
              <a:rPr lang="ro-RO" sz="2000" dirty="0"/>
              <a:t>Sistemul este împărțit în două unități principale: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2000" dirty="0"/>
              <a:t>unitatea wearable bazată pe ESP32 și MPU6050;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2000" dirty="0"/>
              <a:t>unitatea de execuție bazată pe STM32 și driverul L298N.</a:t>
            </a:r>
          </a:p>
          <a:p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247CFD-6D00-6717-3C25-23FAC21B050F}"/>
              </a:ext>
            </a:extLst>
          </p:cNvPr>
          <p:cNvSpPr/>
          <p:nvPr/>
        </p:nvSpPr>
        <p:spPr>
          <a:xfrm>
            <a:off x="540775" y="2290916"/>
            <a:ext cx="1200304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MPU6050</a:t>
            </a:r>
            <a:endParaRPr lang="ro-R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3C175D-2586-F9BB-377A-2F492CD63071}"/>
              </a:ext>
            </a:extLst>
          </p:cNvPr>
          <p:cNvSpPr/>
          <p:nvPr/>
        </p:nvSpPr>
        <p:spPr>
          <a:xfrm>
            <a:off x="2143319" y="2290915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932903-2778-E1FA-EBA5-AEDB8F0919C8}"/>
              </a:ext>
            </a:extLst>
          </p:cNvPr>
          <p:cNvSpPr/>
          <p:nvPr/>
        </p:nvSpPr>
        <p:spPr>
          <a:xfrm>
            <a:off x="3419456" y="2290916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HC-05</a:t>
            </a:r>
            <a:endParaRPr lang="ro-R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BE0FA4-3720-F49F-2D3E-EF6D755A7098}"/>
              </a:ext>
            </a:extLst>
          </p:cNvPr>
          <p:cNvSpPr/>
          <p:nvPr/>
        </p:nvSpPr>
        <p:spPr>
          <a:xfrm>
            <a:off x="4747464" y="2290914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  <a:endParaRPr lang="ro-RO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61554-8C1C-4484-C9B2-82519267948C}"/>
              </a:ext>
            </a:extLst>
          </p:cNvPr>
          <p:cNvSpPr/>
          <p:nvPr/>
        </p:nvSpPr>
        <p:spPr>
          <a:xfrm>
            <a:off x="6082095" y="2290916"/>
            <a:ext cx="865239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L298N</a:t>
            </a:r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927ADF-02AC-F465-8B5D-F0940D9A58B1}"/>
              </a:ext>
            </a:extLst>
          </p:cNvPr>
          <p:cNvSpPr/>
          <p:nvPr/>
        </p:nvSpPr>
        <p:spPr>
          <a:xfrm>
            <a:off x="7410103" y="2290916"/>
            <a:ext cx="1315026" cy="5014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 DC</a:t>
            </a:r>
            <a:endParaRPr lang="ro-RO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2EAF1E-913E-CF9C-F188-668ADA3258F5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1741079" y="2541638"/>
            <a:ext cx="402240" cy="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C3527-796F-3EE6-CEFF-AB7D9AF7CF8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008558" y="2541638"/>
            <a:ext cx="410898" cy="1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E86A9A-EAA2-29F9-3073-35163AD391D1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4284695" y="2541637"/>
            <a:ext cx="462769" cy="2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BAD77E-87D2-496C-70B1-15BA8A32566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12703" y="2541637"/>
            <a:ext cx="469392" cy="2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9CCBB3-176E-2D73-909B-3E9877F6BBC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947334" y="2541639"/>
            <a:ext cx="462769" cy="0"/>
          </a:xfrm>
          <a:prstGeom prst="straightConnector1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 algn="ctr"/>
            <a:r>
              <a:rPr lang="ro-RO" sz="4500" dirty="0"/>
              <a:t>Funcționarea sistemului</a:t>
            </a:r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21D10068-AE78-1E76-CF85-8F78AB7E0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400828"/>
              </p:ext>
            </p:extLst>
          </p:nvPr>
        </p:nvGraphicFramePr>
        <p:xfrm>
          <a:off x="628650" y="1769806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33ABEB6-5635-82DA-AE4D-9A27F314C7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755"/>
          <a:stretch>
            <a:fillRect/>
          </a:stretch>
        </p:blipFill>
        <p:spPr>
          <a:xfrm rot="10800000">
            <a:off x="-1" y="4581831"/>
            <a:ext cx="2073827" cy="2276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644" y="2227167"/>
            <a:ext cx="3252126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43" name="Freeform: Shape 42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4" name="Freeform: Shape 43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5" name="Freeform: Shape 44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6" name="Freeform: Shape 45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834244" y="0"/>
            <a:ext cx="3512956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075" y="1322114"/>
            <a:ext cx="3858768" cy="1454051"/>
          </a:xfrm>
        </p:spPr>
        <p:txBody>
          <a:bodyPr anchor="b">
            <a:normAutofit/>
          </a:bodyPr>
          <a:lstStyle/>
          <a:p>
            <a:r>
              <a:rPr lang="ro-RO" sz="3100" dirty="0">
                <a:solidFill>
                  <a:schemeClr val="tx2"/>
                </a:solidFill>
              </a:rPr>
              <a:t>Cod ESP32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261B2-F663-3B98-F525-41B1085D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39" y="467247"/>
            <a:ext cx="1972029" cy="132618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55" y="2730295"/>
            <a:ext cx="6001782" cy="3803965"/>
          </a:xfrm>
        </p:spPr>
        <p:txBody>
          <a:bodyPr anchor="ctr">
            <a:normAutofit/>
          </a:bodyPr>
          <a:lstStyle/>
          <a:p>
            <a:endParaRPr lang="en-US" sz="15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Realizarea conexiunii Bluetooth</a:t>
            </a:r>
            <a:r>
              <a:rPr lang="en-US" sz="1600" dirty="0">
                <a:solidFill>
                  <a:schemeClr val="tx2"/>
                </a:solidFill>
              </a:rPr>
              <a:t> se face </a:t>
            </a:r>
            <a:r>
              <a:rPr lang="ro-RO" sz="1600" dirty="0">
                <a:solidFill>
                  <a:schemeClr val="tx2"/>
                </a:solidFill>
              </a:rPr>
              <a:t> în modul MASTER cu HC-05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 err="1">
                <a:solidFill>
                  <a:schemeClr val="tx2"/>
                </a:solidFill>
              </a:rPr>
              <a:t>Vaolrile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unghiului</a:t>
            </a:r>
            <a:r>
              <a:rPr lang="en-US" sz="1600" dirty="0">
                <a:solidFill>
                  <a:schemeClr val="tx2"/>
                </a:solidFill>
              </a:rPr>
              <a:t> se </a:t>
            </a:r>
            <a:r>
              <a:rPr lang="en-US" sz="1600" dirty="0" err="1">
                <a:solidFill>
                  <a:schemeClr val="tx2"/>
                </a:solidFill>
              </a:rPr>
              <a:t>trimit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catre</a:t>
            </a:r>
            <a:r>
              <a:rPr lang="en-US" sz="1600" dirty="0">
                <a:solidFill>
                  <a:schemeClr val="tx2"/>
                </a:solidFill>
              </a:rPr>
              <a:t> STM32 </a:t>
            </a:r>
            <a:r>
              <a:rPr lang="en-US" sz="1600" dirty="0" err="1">
                <a:solidFill>
                  <a:schemeClr val="tx2"/>
                </a:solidFill>
              </a:rPr>
              <a:t>pentru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controlul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motorului</a:t>
            </a:r>
            <a:endParaRPr lang="ro-RO" sz="16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Funcția </a:t>
            </a:r>
            <a:r>
              <a:rPr lang="ro-RO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setup()</a:t>
            </a:r>
            <a:r>
              <a:rPr lang="ro-RO" sz="1600" dirty="0">
                <a:solidFill>
                  <a:schemeClr val="tx2"/>
                </a:solidFill>
              </a:rPr>
              <a:t>realizează inițializarea comunicației I2C, configurarea senzorului MPU6050 și stabilirea conexiunii Bluetooth cu modulul HC-05.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ro-RO" sz="1600" dirty="0">
                <a:solidFill>
                  <a:schemeClr val="tx2"/>
                </a:solidFill>
              </a:rPr>
              <a:t>Funcția </a:t>
            </a:r>
            <a:r>
              <a:rPr lang="ro-RO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loop()</a:t>
            </a:r>
            <a:r>
              <a:rPr lang="ro-RO" sz="1600" dirty="0">
                <a:solidFill>
                  <a:schemeClr val="tx2"/>
                </a:solidFill>
              </a:rPr>
              <a:t>citește periodic valorile senzorului, calculează unghiul de înclinare și transmite datele către STM32 pentru controlul motorului.</a:t>
            </a: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8F20D-0EF5-8449-BE4B-96E4F993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33"/>
          <a:stretch>
            <a:fillRect/>
          </a:stretch>
        </p:blipFill>
        <p:spPr>
          <a:xfrm>
            <a:off x="6925070" y="3863170"/>
            <a:ext cx="2097721" cy="1996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305" y="802955"/>
            <a:ext cx="3574747" cy="1454051"/>
          </a:xfrm>
        </p:spPr>
        <p:txBody>
          <a:bodyPr>
            <a:normAutofit/>
          </a:bodyPr>
          <a:lstStyle/>
          <a:p>
            <a:r>
              <a:rPr lang="ro-RO" sz="3100">
                <a:solidFill>
                  <a:schemeClr val="tx2"/>
                </a:solidFill>
              </a:rPr>
              <a:t>Cod STM32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369"/>
            <a:ext cx="4568256" cy="6858000"/>
            <a:chOff x="305" y="-369"/>
            <a:chExt cx="6091008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7EAC17A-AFF8-202D-C240-81E688565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1" y="2056824"/>
            <a:ext cx="2902587" cy="300786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0658" y="2448232"/>
            <a:ext cx="4336026" cy="2998839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ro-RO" sz="1200" dirty="0"/>
              <a:t>• </a:t>
            </a:r>
            <a:r>
              <a:rPr lang="ro-RO" sz="1600" dirty="0"/>
              <a:t>Funcția </a:t>
            </a:r>
            <a:r>
              <a:rPr lang="ro-RO" sz="1600" dirty="0">
                <a:latin typeface="Courier New" panose="02070309020205020404" pitchFamily="49" charset="0"/>
              </a:rPr>
              <a:t>HAL_UART_RxCpltCallback()</a:t>
            </a:r>
            <a:r>
              <a:rPr lang="ro-RO" sz="1600" dirty="0"/>
              <a:t> realizează recepția datelor Bluetooth utilizând întreruperi UART pentru procesarea comenzilor în timp real.</a:t>
            </a:r>
          </a:p>
          <a:p>
            <a:pPr>
              <a:buNone/>
            </a:pPr>
            <a:r>
              <a:rPr lang="ro-RO" sz="1600" dirty="0"/>
              <a:t>• Valorile primite sunt convertite din format text în valori numerice utilizând funcția </a:t>
            </a:r>
            <a:r>
              <a:rPr lang="ro-RO" sz="1600" dirty="0">
                <a:latin typeface="Courier New" panose="02070309020205020404" pitchFamily="49" charset="0"/>
              </a:rPr>
              <a:t>atoi()</a:t>
            </a:r>
            <a:r>
              <a:rPr lang="ro-RO" sz="1600" dirty="0"/>
              <a:t>.</a:t>
            </a:r>
          </a:p>
          <a:p>
            <a:pPr>
              <a:buNone/>
            </a:pPr>
            <a:r>
              <a:rPr lang="ro-RO" sz="1600" dirty="0"/>
              <a:t>• STM32 calculează semnalul PWM proporțional cu unghiul primit pentru controlul vitezei motorului.</a:t>
            </a:r>
          </a:p>
          <a:p>
            <a:pPr>
              <a:buNone/>
            </a:pPr>
            <a:r>
              <a:rPr lang="ro-RO" sz="1600" dirty="0"/>
              <a:t>• Direcția de rotație a motorului este controlată prin pinii GPIO conectați la driverul L298N.</a:t>
            </a:r>
          </a:p>
          <a:p>
            <a:endParaRPr lang="ro-RO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258" y="420492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ro-RO" sz="3100" dirty="0">
                <a:solidFill>
                  <a:schemeClr val="tx2"/>
                </a:solidFill>
              </a:rPr>
              <a:t>Configurare STM32CubeMX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09F275-2B85-9385-93ED-86CAD528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43" r="24326"/>
          <a:stretch>
            <a:fillRect/>
          </a:stretch>
        </p:blipFill>
        <p:spPr>
          <a:xfrm>
            <a:off x="788959" y="2519393"/>
            <a:ext cx="4068010" cy="384367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2FED8F-67E5-5EAD-35CC-87058EB26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152" y="2518872"/>
            <a:ext cx="4068009" cy="3227626"/>
          </a:xfrm>
        </p:spPr>
        <p:txBody>
          <a:bodyPr anchor="ctr">
            <a:normAutofit/>
          </a:bodyPr>
          <a:lstStyle/>
          <a:p>
            <a:r>
              <a:rPr lang="ro-RO" sz="1600" dirty="0"/>
              <a:t>Configurarea UART4 pentru recepția datelor Bluetooth de la HC-05.</a:t>
            </a:r>
          </a:p>
          <a:p>
            <a:r>
              <a:rPr lang="ro-RO" sz="1600" dirty="0"/>
              <a:t>Utilizarea TIM3 în modul PWM pentru controlul vitezei motorului DC.</a:t>
            </a:r>
          </a:p>
          <a:p>
            <a:r>
              <a:rPr lang="ro-RO" sz="1600" dirty="0"/>
              <a:t>Configurarea pinilor GPIO pentru controlul direcției motorului prin driverul L298N.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304" y="902634"/>
            <a:ext cx="7375161" cy="1325563"/>
          </a:xfrm>
        </p:spPr>
        <p:txBody>
          <a:bodyPr anchor="b">
            <a:normAutofit/>
          </a:bodyPr>
          <a:lstStyle/>
          <a:p>
            <a:pPr algn="ctr"/>
            <a:r>
              <a:rPr lang="ro-RO" sz="3100" dirty="0"/>
              <a:t>Concluzii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303" y="2544522"/>
            <a:ext cx="7375161" cy="2693976"/>
          </a:xfrm>
        </p:spPr>
        <p:txBody>
          <a:bodyPr>
            <a:normAutofit/>
          </a:bodyPr>
          <a:lstStyle/>
          <a:p>
            <a:r>
              <a:rPr lang="ro-RO" sz="1800" dirty="0"/>
              <a:t>Sistemul embedded realizat a demonstrat funcționarea corectă a comunicației dintre ESP32, HC-05 și STM32.</a:t>
            </a:r>
          </a:p>
          <a:p>
            <a:r>
              <a:rPr lang="ro-RO" sz="1800" dirty="0"/>
              <a:t>Datele furnizate de senzorul MPU6050 au fost transmise în timp real și utilizate pentru controlul motorului DC prin semnal PWM.</a:t>
            </a:r>
          </a:p>
          <a:p>
            <a:r>
              <a:rPr lang="ro-RO" sz="1800" dirty="0"/>
              <a:t>Controlul vitezei și al direcției motorului s-a realizat stabil și proporțional cu mișcările utilizatorului.</a:t>
            </a:r>
          </a:p>
          <a:p>
            <a:r>
              <a:rPr lang="ro-RO" sz="1800" dirty="0"/>
              <a:t>Proiectul poate fi extins prin utilizarea unor algoritmi mai avansați de filtrare și control sau prin integrarea unor senzori suplimentari.</a:t>
            </a:r>
          </a:p>
          <a:p>
            <a:endParaRPr lang="ro-RO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ro-RO" sz="3100" dirty="0"/>
              <a:t>Bibliografie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ro-RO" sz="1800" dirty="0"/>
              <a:t>Documentație STM32</a:t>
            </a:r>
          </a:p>
          <a:p>
            <a:r>
              <a:rPr lang="ro-RO" sz="1800" dirty="0"/>
              <a:t>Documentație ESP32</a:t>
            </a:r>
          </a:p>
          <a:p>
            <a:r>
              <a:rPr lang="ro-RO" sz="1800" dirty="0"/>
              <a:t>Datasheet MPU6050</a:t>
            </a:r>
          </a:p>
          <a:p>
            <a:r>
              <a:rPr lang="ro-RO" sz="1800" dirty="0"/>
              <a:t>Datasheet HC-05</a:t>
            </a:r>
          </a:p>
          <a:p>
            <a:r>
              <a:rPr lang="ro-RO" sz="1800" dirty="0"/>
              <a:t>Datasheet L298N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E1ED60E7B0604E93DDA2B49FF67F6C" ma:contentTypeVersion="3" ma:contentTypeDescription="Create a new document." ma:contentTypeScope="" ma:versionID="eb06ee03e49a4312d70672a36e3211a9">
  <xsd:schema xmlns:xsd="http://www.w3.org/2001/XMLSchema" xmlns:xs="http://www.w3.org/2001/XMLSchema" xmlns:p="http://schemas.microsoft.com/office/2006/metadata/properties" xmlns:ns2="8fd9dc9f-9a93-45ad-a55f-41979057f1a4" targetNamespace="http://schemas.microsoft.com/office/2006/metadata/properties" ma:root="true" ma:fieldsID="ff12d230ee3e5d94aa4685069ea2dc31" ns2:_="">
    <xsd:import namespace="8fd9dc9f-9a93-45ad-a55f-41979057f1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9dc9f-9a93-45ad-a55f-41979057f1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F4B18E-6BCA-4536-8632-CEFDBDC328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d9dc9f-9a93-45ad-a55f-41979057f1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D871B8-40A6-43FF-865E-462731DFF1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0023D4-A97E-4FCC-B721-8827AA1D5FF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443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TEMA 25  Motor controlat de la distanta din Incheietura (STM32 NUCLEO-L476RG) </vt:lpstr>
      <vt:lpstr>Scopul proiectului</vt:lpstr>
      <vt:lpstr>Componente hardware</vt:lpstr>
      <vt:lpstr>Arhitectura sistemului</vt:lpstr>
      <vt:lpstr>Funcționarea sistemului</vt:lpstr>
      <vt:lpstr>Cod ESP32</vt:lpstr>
      <vt:lpstr>Cod STM32</vt:lpstr>
      <vt:lpstr>Configurare STM32CubeMX</vt:lpstr>
      <vt:lpstr>Concluzii</vt:lpstr>
      <vt:lpstr>Bibliografie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Alexia Nedelcu</cp:lastModifiedBy>
  <cp:revision>9</cp:revision>
  <dcterms:created xsi:type="dcterms:W3CDTF">2013-01-27T09:14:16Z</dcterms:created>
  <dcterms:modified xsi:type="dcterms:W3CDTF">2026-05-21T23:27:30Z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0x010100DBE1ED60E7B0604E93DDA2B49FF67F6C</vt:lpwstr>
  </property>
</Properties>
</file>